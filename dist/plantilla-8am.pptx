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handoutMasterIdLst>
    <p:handoutMasterId r:id="rId31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3" pos="665" userDrawn="1">
          <p15:clr>
            <a:srgbClr val="A4A3A4"/>
          </p15:clr>
        </p15:guide>
        <p15:guide id="4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5FA7"/>
    <a:srgbClr val="7E7E7E"/>
    <a:srgbClr val="1F46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195" autoAdjust="0"/>
    <p:restoredTop sz="96340" autoAdjust="0"/>
  </p:normalViewPr>
  <p:slideViewPr>
    <p:cSldViewPr snapToGrid="0">
      <p:cViewPr varScale="1">
        <p:scale>
          <a:sx n="106" d="100"/>
          <a:sy n="106" d="100"/>
        </p:scale>
        <p:origin x="1044" y="96"/>
      </p:cViewPr>
      <p:guideLst>
        <p:guide pos="3840"/>
        <p:guide pos="665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3" d="100"/>
          <a:sy n="83" d="100"/>
        </p:scale>
        <p:origin x="3852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1CE6B51B-1831-481E-AF61-9F67A90906C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C9F06CD-50EE-4DAF-AD3E-0F1FFCF31C1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1855BB-C5D2-4F82-B71B-CB3B65D6AB2E}" type="datetimeFigureOut">
              <a:rPr lang="es-ES" smtClean="0"/>
              <a:t>08/03/2026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8BFC951-A027-492A-9F1A-6D9C0407354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566817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D228F6-8808-4B33-8B78-2B1B437F840E}" type="datetimeFigureOut">
              <a:rPr lang="es-ES" smtClean="0"/>
              <a:t>08/03/2026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481A32-6EFA-48FC-BF40-441D0F29305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365842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(Fondo B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8">
            <a:extLst>
              <a:ext uri="{FF2B5EF4-FFF2-40B4-BE49-F238E27FC236}">
                <a16:creationId xmlns:a16="http://schemas.microsoft.com/office/drawing/2014/main" id="{11F865FE-5386-4787-95C7-B13A153E4858}"/>
              </a:ext>
            </a:extLst>
          </p:cNvPr>
          <p:cNvSpPr txBox="1"/>
          <p:nvPr userDrawn="1"/>
        </p:nvSpPr>
        <p:spPr>
          <a:xfrm>
            <a:off x="3795395" y="3337106"/>
            <a:ext cx="460121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VP</a:t>
            </a:r>
            <a:r>
              <a:rPr sz="2000" spc="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55" dirty="0">
                <a:solidFill>
                  <a:srgbClr val="FFFFFF"/>
                </a:solidFill>
                <a:latin typeface="Calibri"/>
                <a:cs typeface="Calibri"/>
              </a:rPr>
              <a:t>EMPRESAS</a:t>
            </a:r>
            <a:r>
              <a:rPr sz="2000" spc="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sz="2000" spc="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55" dirty="0">
                <a:solidFill>
                  <a:srgbClr val="FFFFFF"/>
                </a:solidFill>
                <a:latin typeface="Calibri"/>
                <a:cs typeface="Calibri"/>
              </a:rPr>
              <a:t>CIUDADES</a:t>
            </a:r>
            <a:r>
              <a:rPr sz="2000" spc="1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50" dirty="0">
                <a:solidFill>
                  <a:srgbClr val="FFFFFF"/>
                </a:solidFill>
                <a:latin typeface="Calibri"/>
                <a:cs typeface="Calibri"/>
              </a:rPr>
              <a:t>INTELIGENTES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244EF84D-A7D9-4701-A250-70DB0353FE8E}"/>
              </a:ext>
            </a:extLst>
          </p:cNvPr>
          <p:cNvSpPr/>
          <p:nvPr userDrawn="1"/>
        </p:nvSpPr>
        <p:spPr>
          <a:xfrm>
            <a:off x="2598985" y="197998"/>
            <a:ext cx="6994031" cy="769441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es-ES" sz="4400" b="1" dirty="0">
                <a:solidFill>
                  <a:srgbClr val="00F4FA"/>
                </a:solidFill>
                <a:latin typeface="+mn-lt"/>
                <a:cs typeface="Calibri"/>
              </a:rPr>
              <a:t>LÍNEA</a:t>
            </a:r>
            <a:r>
              <a:rPr lang="es-ES" sz="4400" b="1" spc="240" dirty="0">
                <a:solidFill>
                  <a:srgbClr val="00F4FA"/>
                </a:solidFill>
                <a:latin typeface="+mn-lt"/>
                <a:cs typeface="Calibri"/>
              </a:rPr>
              <a:t> </a:t>
            </a:r>
            <a:r>
              <a:rPr lang="es-ES" sz="4400" b="1" dirty="0">
                <a:solidFill>
                  <a:srgbClr val="00F4FA"/>
                </a:solidFill>
                <a:latin typeface="+mn-lt"/>
                <a:cs typeface="Calibri"/>
              </a:rPr>
              <a:t>DE</a:t>
            </a:r>
            <a:r>
              <a:rPr lang="es-ES" sz="4400" b="1" spc="229" dirty="0">
                <a:solidFill>
                  <a:srgbClr val="00F4FA"/>
                </a:solidFill>
                <a:latin typeface="+mn-lt"/>
                <a:cs typeface="Calibri"/>
              </a:rPr>
              <a:t> </a:t>
            </a:r>
            <a:r>
              <a:rPr lang="es-ES" sz="4400" b="1" spc="45" dirty="0">
                <a:solidFill>
                  <a:srgbClr val="00F4FA"/>
                </a:solidFill>
                <a:latin typeface="+mn-lt"/>
                <a:cs typeface="Calibri"/>
              </a:rPr>
              <a:t>EMERGENCIAS</a:t>
            </a:r>
            <a:r>
              <a:rPr lang="es-ES" sz="4400" b="1" spc="235" dirty="0">
                <a:solidFill>
                  <a:srgbClr val="00F4FA"/>
                </a:solidFill>
                <a:latin typeface="+mn-lt"/>
                <a:cs typeface="Calibri"/>
              </a:rPr>
              <a:t> </a:t>
            </a:r>
            <a:r>
              <a:rPr lang="es-ES" sz="4400" b="1" spc="-25" dirty="0">
                <a:solidFill>
                  <a:srgbClr val="00F4FA"/>
                </a:solidFill>
                <a:latin typeface="+mn-lt"/>
                <a:cs typeface="Calibri"/>
              </a:rPr>
              <a:t>123</a:t>
            </a:r>
            <a:endParaRPr lang="es-ES" sz="4400" dirty="0"/>
          </a:p>
        </p:txBody>
      </p:sp>
      <p:pic>
        <p:nvPicPr>
          <p:cNvPr id="3" name="Img-LogoETB-D1">
            <a:extLst>
              <a:ext uri="{FF2B5EF4-FFF2-40B4-BE49-F238E27FC236}">
                <a16:creationId xmlns:a16="http://schemas.microsoft.com/office/drawing/2014/main" id="{F6AFC7A0-4722-49BA-AD18-9E0F984B25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883" y="299539"/>
            <a:ext cx="615749" cy="463336"/>
          </a:xfrm>
          <a:prstGeom prst="rect">
            <a:avLst/>
          </a:prstGeom>
        </p:spPr>
      </p:pic>
      <p:sp>
        <p:nvSpPr>
          <p:cNvPr id="6" name="txtFecha">
            <a:extLst>
              <a:ext uri="{FF2B5EF4-FFF2-40B4-BE49-F238E27FC236}">
                <a16:creationId xmlns:a16="http://schemas.microsoft.com/office/drawing/2014/main" id="{0110F041-28C8-431A-8FE7-EEF2D49B68F3}"/>
              </a:ext>
            </a:extLst>
          </p:cNvPr>
          <p:cNvSpPr txBox="1"/>
          <p:nvPr userDrawn="1"/>
        </p:nvSpPr>
        <p:spPr>
          <a:xfrm>
            <a:off x="3712496" y="4085150"/>
            <a:ext cx="5022034" cy="75514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vert="horz" wrap="square" lIns="0" tIns="10160" rIns="0" bIns="0" rtlCol="0">
            <a:spAutoFit/>
          </a:bodyPr>
          <a:lstStyle/>
          <a:p>
            <a:pPr marL="476884" marR="239395" indent="-228600" algn="ctr">
              <a:lnSpc>
                <a:spcPts val="2880"/>
              </a:lnSpc>
              <a:spcBef>
                <a:spcPts val="80"/>
              </a:spcBef>
            </a:pPr>
            <a:endParaRPr lang="es-ES" sz="2400" dirty="0">
              <a:solidFill>
                <a:srgbClr val="FFFFFF"/>
              </a:solidFill>
              <a:latin typeface="Calibri" panose="020F0502020204030204" pitchFamily="34" charset="0"/>
              <a:cs typeface="Calibri"/>
            </a:endParaRPr>
          </a:p>
          <a:p>
            <a:pPr marL="476884" marR="239395" indent="-228600" algn="ctr">
              <a:lnSpc>
                <a:spcPts val="2880"/>
              </a:lnSpc>
              <a:spcBef>
                <a:spcPts val="80"/>
              </a:spcBef>
            </a:pPr>
            <a:endParaRPr lang="es-ES" sz="2400" dirty="0">
              <a:solidFill>
                <a:srgbClr val="FFFFFF"/>
              </a:solidFill>
              <a:latin typeface="Calibri" panose="020F0502020204030204" pitchFamily="34" charset="0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20048040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6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-Rigth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dice-Txt">
            <a:extLst>
              <a:ext uri="{FF2B5EF4-FFF2-40B4-BE49-F238E27FC236}">
                <a16:creationId xmlns:a16="http://schemas.microsoft.com/office/drawing/2014/main" id="{9510C7B8-E3F4-4ED9-A693-30B7EE5392F2}"/>
              </a:ext>
            </a:extLst>
          </p:cNvPr>
          <p:cNvSpPr txBox="1"/>
          <p:nvPr userDrawn="1"/>
        </p:nvSpPr>
        <p:spPr>
          <a:xfrm>
            <a:off x="1105850" y="605286"/>
            <a:ext cx="3571240" cy="5694507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44"/>
              </a:spcBef>
              <a:tabLst>
                <a:tab pos="349250" algn="l"/>
              </a:tabLst>
            </a:pPr>
            <a:r>
              <a:rPr sz="1200" spc="-25" dirty="0">
                <a:solidFill>
                  <a:srgbClr val="006EC0"/>
                </a:solidFill>
                <a:latin typeface="Calibri"/>
                <a:cs typeface="Calibri"/>
              </a:rPr>
              <a:t>1.</a:t>
            </a:r>
            <a:r>
              <a:rPr lang="es-ES" sz="1200" spc="-25" dirty="0">
                <a:solidFill>
                  <a:srgbClr val="006EC0"/>
                </a:solidFill>
                <a:latin typeface="Calibri"/>
                <a:cs typeface="Calibri"/>
              </a:rPr>
              <a:t>	</a:t>
            </a:r>
            <a:r>
              <a:rPr sz="1200" spc="-30" dirty="0">
                <a:solidFill>
                  <a:srgbClr val="042855"/>
                </a:solidFill>
                <a:latin typeface="Calibri"/>
                <a:cs typeface="Calibri"/>
              </a:rPr>
              <a:t>Estado</a:t>
            </a:r>
            <a:r>
              <a:rPr sz="1200" spc="-9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42855"/>
                </a:solidFill>
                <a:latin typeface="Calibri"/>
                <a:cs typeface="Calibri"/>
              </a:rPr>
              <a:t>de</a:t>
            </a:r>
            <a:r>
              <a:rPr sz="1200" spc="-5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42855"/>
                </a:solidFill>
                <a:latin typeface="Calibri"/>
                <a:cs typeface="Calibri"/>
              </a:rPr>
              <a:t>operación</a:t>
            </a:r>
            <a:endParaRPr sz="1200" dirty="0">
              <a:latin typeface="Calibri"/>
              <a:cs typeface="Calibri"/>
            </a:endParaRPr>
          </a:p>
          <a:p>
            <a:pPr marL="527685" indent="-514984">
              <a:lnSpc>
                <a:spcPct val="100000"/>
              </a:lnSpc>
              <a:spcBef>
                <a:spcPts val="760"/>
              </a:spcBef>
              <a:buClr>
                <a:srgbClr val="006EC0"/>
              </a:buClr>
              <a:buSzPct val="104545"/>
              <a:buAutoNum type="romanUcPeriod"/>
              <a:tabLst>
                <a:tab pos="527685" algn="l"/>
              </a:tabLst>
            </a:pPr>
            <a:r>
              <a:rPr sz="1100" spc="-35" dirty="0" err="1">
                <a:solidFill>
                  <a:srgbClr val="042855"/>
                </a:solidFill>
                <a:latin typeface="Calibri"/>
                <a:cs typeface="Calibri"/>
              </a:rPr>
              <a:t>Seguimientopreventivo</a:t>
            </a:r>
            <a:r>
              <a:rPr sz="1100" spc="-3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042855"/>
                </a:solidFill>
                <a:latin typeface="Calibri"/>
                <a:cs typeface="Calibri"/>
              </a:rPr>
              <a:t>Mesa</a:t>
            </a:r>
            <a:r>
              <a:rPr sz="1100" spc="-6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42855"/>
                </a:solidFill>
                <a:latin typeface="Calibri"/>
                <a:cs typeface="Calibri"/>
              </a:rPr>
              <a:t>de</a:t>
            </a:r>
            <a:r>
              <a:rPr sz="1100" spc="2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100" spc="-10" dirty="0" err="1">
                <a:solidFill>
                  <a:srgbClr val="042855"/>
                </a:solidFill>
                <a:latin typeface="Calibri"/>
                <a:cs typeface="Calibri"/>
              </a:rPr>
              <a:t>Servicio</a:t>
            </a:r>
            <a:endParaRPr sz="1100" dirty="0">
              <a:latin typeface="Calibri"/>
              <a:cs typeface="Calibri"/>
            </a:endParaRPr>
          </a:p>
          <a:p>
            <a:pPr marL="12700">
              <a:spcBef>
                <a:spcPts val="740"/>
              </a:spcBef>
            </a:pPr>
            <a:r>
              <a:rPr sz="1150" spc="-25" dirty="0">
                <a:solidFill>
                  <a:srgbClr val="006EC0"/>
                </a:solidFill>
                <a:latin typeface="Calibri"/>
                <a:cs typeface="Calibri"/>
              </a:rPr>
              <a:t>I</a:t>
            </a:r>
            <a:r>
              <a:rPr lang="es-ES" sz="1150" spc="-25" dirty="0">
                <a:solidFill>
                  <a:srgbClr val="006EC0"/>
                </a:solidFill>
                <a:latin typeface="Calibri"/>
                <a:cs typeface="Calibri"/>
              </a:rPr>
              <a:t>I.              </a:t>
            </a:r>
            <a:r>
              <a:rPr lang="es-ES" sz="1100" spc="-30" dirty="0" err="1">
                <a:solidFill>
                  <a:srgbClr val="042855"/>
                </a:solidFill>
                <a:latin typeface="Calibri"/>
                <a:cs typeface="Calibri"/>
              </a:rPr>
              <a:t>Confirmacionesen</a:t>
            </a:r>
            <a:r>
              <a:rPr lang="es-ES" sz="1100" spc="1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lang="es-ES" sz="1100" spc="-25" dirty="0">
                <a:solidFill>
                  <a:srgbClr val="042855"/>
                </a:solidFill>
                <a:latin typeface="Calibri"/>
                <a:cs typeface="Calibri"/>
              </a:rPr>
              <a:t>SUR</a:t>
            </a:r>
            <a:r>
              <a:rPr lang="es-ES" sz="1100" spc="-3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lang="es-ES" sz="1100" spc="-10" dirty="0">
                <a:solidFill>
                  <a:srgbClr val="042855"/>
                </a:solidFill>
                <a:latin typeface="Calibri"/>
                <a:cs typeface="Calibri"/>
              </a:rPr>
              <a:t>y</a:t>
            </a:r>
            <a:r>
              <a:rPr lang="es-ES" sz="1100" spc="-9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lang="es-ES" sz="1100" spc="-10" dirty="0">
                <a:solidFill>
                  <a:srgbClr val="042855"/>
                </a:solidFill>
                <a:latin typeface="Calibri"/>
                <a:cs typeface="Calibri"/>
              </a:rPr>
              <a:t>Agencias</a:t>
            </a:r>
            <a:endParaRPr sz="1150" dirty="0">
              <a:latin typeface="Calibri"/>
              <a:cs typeface="Calibri"/>
            </a:endParaRPr>
          </a:p>
          <a:p>
            <a:pPr marL="12700">
              <a:spcBef>
                <a:spcPts val="735"/>
              </a:spcBef>
            </a:pPr>
            <a:r>
              <a:rPr sz="1150" spc="-20" dirty="0">
                <a:solidFill>
                  <a:srgbClr val="006EC0"/>
                </a:solidFill>
                <a:latin typeface="Calibri"/>
                <a:cs typeface="Calibri"/>
              </a:rPr>
              <a:t>III.</a:t>
            </a:r>
            <a:r>
              <a:rPr lang="es-ES" sz="1150" spc="-20" dirty="0">
                <a:solidFill>
                  <a:srgbClr val="006EC0"/>
                </a:solidFill>
                <a:latin typeface="Calibri"/>
                <a:cs typeface="Calibri"/>
              </a:rPr>
              <a:t>            </a:t>
            </a:r>
            <a:r>
              <a:rPr lang="es-ES" sz="1100" spc="-10" dirty="0">
                <a:solidFill>
                  <a:srgbClr val="042855"/>
                </a:solidFill>
                <a:latin typeface="Calibri"/>
                <a:cs typeface="Calibri"/>
              </a:rPr>
              <a:t>HUD</a:t>
            </a:r>
            <a:r>
              <a:rPr lang="es-ES" sz="1100" spc="-6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lang="es-ES" sz="1100" dirty="0">
                <a:solidFill>
                  <a:srgbClr val="042855"/>
                </a:solidFill>
                <a:latin typeface="Calibri"/>
                <a:cs typeface="Calibri"/>
              </a:rPr>
              <a:t>y</a:t>
            </a:r>
            <a:r>
              <a:rPr lang="es-ES" sz="1100" spc="-7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lang="es-ES" sz="1100" spc="-20" dirty="0" err="1">
                <a:solidFill>
                  <a:srgbClr val="042855"/>
                </a:solidFill>
                <a:latin typeface="Calibri"/>
                <a:cs typeface="Calibri"/>
              </a:rPr>
              <a:t>Trámitede</a:t>
            </a:r>
            <a:r>
              <a:rPr lang="es-ES" sz="1100" spc="-4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lang="es-ES" sz="1100" spc="-10" dirty="0">
                <a:solidFill>
                  <a:srgbClr val="042855"/>
                </a:solidFill>
                <a:latin typeface="Calibri"/>
                <a:cs typeface="Calibri"/>
              </a:rPr>
              <a:t>Llamadas</a:t>
            </a:r>
            <a:endParaRPr sz="1150" dirty="0">
              <a:latin typeface="Calibri"/>
              <a:cs typeface="Calibri"/>
            </a:endParaRPr>
          </a:p>
          <a:p>
            <a:pPr marL="12700">
              <a:spcBef>
                <a:spcPts val="790"/>
              </a:spcBef>
            </a:pPr>
            <a:r>
              <a:rPr sz="1200" spc="-25" dirty="0">
                <a:solidFill>
                  <a:srgbClr val="006EC0"/>
                </a:solidFill>
                <a:latin typeface="Calibri"/>
                <a:cs typeface="Calibri"/>
              </a:rPr>
              <a:t>I.</a:t>
            </a:r>
            <a:r>
              <a:rPr lang="es-ES" sz="1200" spc="-25" dirty="0">
                <a:solidFill>
                  <a:srgbClr val="006EC0"/>
                </a:solidFill>
                <a:latin typeface="Calibri"/>
                <a:cs typeface="Calibri"/>
              </a:rPr>
              <a:t> </a:t>
            </a:r>
            <a:r>
              <a:rPr lang="es-ES" sz="1200" spc="-55" dirty="0">
                <a:solidFill>
                  <a:srgbClr val="042855"/>
                </a:solidFill>
                <a:latin typeface="Calibri"/>
                <a:cs typeface="Calibri"/>
              </a:rPr>
              <a:t>         Disponibilidad</a:t>
            </a:r>
            <a:r>
              <a:rPr lang="es-ES" sz="1200" spc="-7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lang="es-ES" sz="1200" spc="-45" dirty="0">
                <a:solidFill>
                  <a:srgbClr val="042855"/>
                </a:solidFill>
                <a:latin typeface="Calibri"/>
                <a:cs typeface="Calibri"/>
              </a:rPr>
              <a:t>Equipos</a:t>
            </a:r>
            <a:r>
              <a:rPr lang="es-ES" sz="1200" spc="-7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lang="es-ES" sz="1200" spc="-10" dirty="0">
                <a:solidFill>
                  <a:srgbClr val="042855"/>
                </a:solidFill>
                <a:latin typeface="Calibri"/>
                <a:cs typeface="Calibri"/>
              </a:rPr>
              <a:t>de</a:t>
            </a:r>
            <a:r>
              <a:rPr lang="es-ES" sz="1200" spc="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lang="es-ES" sz="1200" spc="-10" dirty="0">
                <a:solidFill>
                  <a:srgbClr val="042855"/>
                </a:solidFill>
                <a:latin typeface="Calibri"/>
                <a:cs typeface="Calibri"/>
              </a:rPr>
              <a:t>Comunicaciones</a:t>
            </a:r>
            <a:endParaRPr sz="1200" dirty="0">
              <a:latin typeface="Calibri"/>
              <a:cs typeface="Calibri"/>
            </a:endParaRPr>
          </a:p>
          <a:p>
            <a:pPr marL="241935" lvl="1" indent="-229235">
              <a:lnSpc>
                <a:spcPct val="100000"/>
              </a:lnSpc>
              <a:spcBef>
                <a:spcPts val="805"/>
              </a:spcBef>
              <a:buClr>
                <a:srgbClr val="006EC0"/>
              </a:buClr>
              <a:buAutoNum type="arabicPeriod"/>
              <a:tabLst>
                <a:tab pos="241935" algn="l"/>
              </a:tabLst>
            </a:pPr>
            <a:r>
              <a:rPr lang="es-ES" sz="1200" spc="-40" dirty="0">
                <a:solidFill>
                  <a:srgbClr val="042855"/>
                </a:solidFill>
                <a:latin typeface="Calibri"/>
                <a:cs typeface="Calibri"/>
              </a:rPr>
              <a:t>    </a:t>
            </a:r>
            <a:r>
              <a:rPr sz="1200" spc="-40" dirty="0" err="1">
                <a:solidFill>
                  <a:srgbClr val="042855"/>
                </a:solidFill>
                <a:latin typeface="Calibri"/>
                <a:cs typeface="Calibri"/>
              </a:rPr>
              <a:t>Reporte</a:t>
            </a:r>
            <a:r>
              <a:rPr sz="1200" spc="-13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42855"/>
                </a:solidFill>
                <a:latin typeface="Calibri"/>
                <a:cs typeface="Calibri"/>
              </a:rPr>
              <a:t>de</a:t>
            </a:r>
            <a:r>
              <a:rPr sz="1200" spc="-8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42855"/>
                </a:solidFill>
                <a:latin typeface="Calibri"/>
                <a:cs typeface="Calibri"/>
              </a:rPr>
              <a:t>Seguridad</a:t>
            </a:r>
            <a:endParaRPr sz="1200" dirty="0">
              <a:latin typeface="Calibri"/>
              <a:cs typeface="Calibri"/>
            </a:endParaRPr>
          </a:p>
          <a:p>
            <a:pPr marL="294005" lvl="1" indent="-281305">
              <a:lnSpc>
                <a:spcPct val="100000"/>
              </a:lnSpc>
              <a:spcBef>
                <a:spcPts val="795"/>
              </a:spcBef>
              <a:buClr>
                <a:srgbClr val="006EC0"/>
              </a:buClr>
              <a:buAutoNum type="arabicPeriod"/>
              <a:tabLst>
                <a:tab pos="294005" algn="l"/>
              </a:tabLst>
            </a:pPr>
            <a:r>
              <a:rPr lang="es-ES" sz="1200" spc="-45" dirty="0">
                <a:solidFill>
                  <a:srgbClr val="042855"/>
                </a:solidFill>
                <a:latin typeface="Calibri"/>
                <a:cs typeface="Calibri"/>
              </a:rPr>
              <a:t>  </a:t>
            </a:r>
            <a:r>
              <a:rPr sz="1200" spc="-45" dirty="0" err="1">
                <a:solidFill>
                  <a:srgbClr val="042855"/>
                </a:solidFill>
                <a:latin typeface="Calibri"/>
                <a:cs typeface="Calibri"/>
              </a:rPr>
              <a:t>Disponibilidad</a:t>
            </a:r>
            <a:r>
              <a:rPr sz="1200" spc="-2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30" dirty="0">
                <a:solidFill>
                  <a:srgbClr val="042855"/>
                </a:solidFill>
                <a:latin typeface="Calibri"/>
                <a:cs typeface="Calibri"/>
              </a:rPr>
              <a:t>Interfaces</a:t>
            </a:r>
            <a:r>
              <a:rPr sz="1200" spc="1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42855"/>
                </a:solidFill>
                <a:latin typeface="Calibri"/>
                <a:cs typeface="Calibri"/>
              </a:rPr>
              <a:t>y</a:t>
            </a:r>
            <a:r>
              <a:rPr sz="1200" spc="3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30" dirty="0">
                <a:solidFill>
                  <a:srgbClr val="042855"/>
                </a:solidFill>
                <a:latin typeface="Calibri"/>
                <a:cs typeface="Calibri"/>
              </a:rPr>
              <a:t>VPN’s</a:t>
            </a:r>
            <a:r>
              <a:rPr sz="1200" spc="-5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35" dirty="0">
                <a:solidFill>
                  <a:srgbClr val="042855"/>
                </a:solidFill>
                <a:latin typeface="Calibri"/>
                <a:cs typeface="Calibri"/>
              </a:rPr>
              <a:t>Operación </a:t>
            </a:r>
            <a:r>
              <a:rPr sz="1200" spc="-20" dirty="0">
                <a:solidFill>
                  <a:srgbClr val="042855"/>
                </a:solidFill>
                <a:latin typeface="Calibri"/>
                <a:cs typeface="Calibri"/>
              </a:rPr>
              <a:t>NUSE</a:t>
            </a:r>
            <a:endParaRPr sz="1200" dirty="0">
              <a:latin typeface="Calibri"/>
              <a:cs typeface="Calibri"/>
            </a:endParaRPr>
          </a:p>
          <a:p>
            <a:pPr marL="292735" lvl="1" indent="-280035">
              <a:lnSpc>
                <a:spcPct val="100000"/>
              </a:lnSpc>
              <a:spcBef>
                <a:spcPts val="800"/>
              </a:spcBef>
              <a:buClr>
                <a:srgbClr val="006EC0"/>
              </a:buClr>
              <a:buAutoNum type="arabicPeriod"/>
              <a:tabLst>
                <a:tab pos="292735" algn="l"/>
              </a:tabLst>
            </a:pPr>
            <a:r>
              <a:rPr lang="es-ES" sz="1200" spc="-45" dirty="0">
                <a:solidFill>
                  <a:srgbClr val="042855"/>
                </a:solidFill>
                <a:latin typeface="Calibri"/>
                <a:cs typeface="Calibri"/>
              </a:rPr>
              <a:t>  </a:t>
            </a:r>
            <a:r>
              <a:rPr sz="1200" spc="-45" dirty="0" err="1">
                <a:solidFill>
                  <a:srgbClr val="042855"/>
                </a:solidFill>
                <a:latin typeface="Calibri"/>
                <a:cs typeface="Calibri"/>
              </a:rPr>
              <a:t>Disponibilidad</a:t>
            </a:r>
            <a:r>
              <a:rPr sz="1200" spc="-2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30" dirty="0">
                <a:solidFill>
                  <a:srgbClr val="042855"/>
                </a:solidFill>
                <a:latin typeface="Calibri"/>
                <a:cs typeface="Calibri"/>
              </a:rPr>
              <a:t>Enlaces</a:t>
            </a:r>
            <a:r>
              <a:rPr sz="120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042855"/>
                </a:solidFill>
                <a:latin typeface="Calibri"/>
                <a:cs typeface="Calibri"/>
              </a:rPr>
              <a:t>Fibra</a:t>
            </a:r>
            <a:r>
              <a:rPr sz="1200" spc="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42855"/>
                </a:solidFill>
                <a:latin typeface="Calibri"/>
                <a:cs typeface="Calibri"/>
              </a:rPr>
              <a:t>Oscura</a:t>
            </a:r>
            <a:endParaRPr sz="1200" dirty="0">
              <a:latin typeface="Calibri"/>
              <a:cs typeface="Calibri"/>
            </a:endParaRPr>
          </a:p>
          <a:p>
            <a:pPr marL="294005" lvl="1" indent="-281305">
              <a:lnSpc>
                <a:spcPct val="100000"/>
              </a:lnSpc>
              <a:spcBef>
                <a:spcPts val="805"/>
              </a:spcBef>
              <a:buClr>
                <a:srgbClr val="006EC0"/>
              </a:buClr>
              <a:buAutoNum type="arabicPeriod"/>
              <a:tabLst>
                <a:tab pos="294005" algn="l"/>
              </a:tabLst>
            </a:pPr>
            <a:r>
              <a:rPr lang="es-ES" sz="1200" spc="-35" dirty="0">
                <a:solidFill>
                  <a:srgbClr val="042855"/>
                </a:solidFill>
                <a:latin typeface="Calibri"/>
                <a:cs typeface="Calibri"/>
              </a:rPr>
              <a:t>  </a:t>
            </a:r>
            <a:r>
              <a:rPr sz="1200" spc="-35" dirty="0" err="1">
                <a:solidFill>
                  <a:srgbClr val="042855"/>
                </a:solidFill>
                <a:latin typeface="Calibri"/>
                <a:cs typeface="Calibri"/>
              </a:rPr>
              <a:t>Disponibilidad</a:t>
            </a:r>
            <a:r>
              <a:rPr sz="1200" spc="2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42855"/>
                </a:solidFill>
                <a:latin typeface="Calibri"/>
                <a:cs typeface="Calibri"/>
              </a:rPr>
              <a:t>Servidores</a:t>
            </a:r>
            <a:endParaRPr sz="1200" dirty="0">
              <a:solidFill>
                <a:srgbClr val="042855"/>
              </a:solidFill>
              <a:latin typeface="Calibri"/>
              <a:cs typeface="Calibri"/>
            </a:endParaRPr>
          </a:p>
          <a:p>
            <a:pPr marL="294005" lvl="1" indent="-281305">
              <a:lnSpc>
                <a:spcPct val="100000"/>
              </a:lnSpc>
              <a:spcBef>
                <a:spcPts val="795"/>
              </a:spcBef>
              <a:buClr>
                <a:srgbClr val="006EC0"/>
              </a:buClr>
              <a:buAutoNum type="arabicPeriod"/>
              <a:tabLst>
                <a:tab pos="294005" algn="l"/>
              </a:tabLst>
            </a:pPr>
            <a:r>
              <a:rPr lang="es-ES" sz="1200" spc="-25" dirty="0">
                <a:solidFill>
                  <a:srgbClr val="042855"/>
                </a:solidFill>
                <a:latin typeface="Calibri"/>
                <a:cs typeface="Calibri"/>
              </a:rPr>
              <a:t>  </a:t>
            </a:r>
            <a:r>
              <a:rPr sz="1200" spc="-25" dirty="0">
                <a:solidFill>
                  <a:srgbClr val="042855"/>
                </a:solidFill>
                <a:latin typeface="Calibri"/>
                <a:cs typeface="Calibri"/>
              </a:rPr>
              <a:t>Vesta</a:t>
            </a:r>
            <a:r>
              <a:rPr sz="1200" spc="-4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42855"/>
                </a:solidFill>
                <a:latin typeface="Calibri"/>
                <a:cs typeface="Calibri"/>
              </a:rPr>
              <a:t>Analytics</a:t>
            </a:r>
            <a:r>
              <a:rPr sz="1200" spc="24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40" dirty="0">
                <a:solidFill>
                  <a:srgbClr val="042855"/>
                </a:solidFill>
                <a:latin typeface="Calibri"/>
                <a:cs typeface="Calibri"/>
              </a:rPr>
              <a:t>(Información</a:t>
            </a:r>
            <a:r>
              <a:rPr sz="1200" spc="-1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30" dirty="0">
                <a:solidFill>
                  <a:srgbClr val="042855"/>
                </a:solidFill>
                <a:latin typeface="Calibri"/>
                <a:cs typeface="Calibri"/>
              </a:rPr>
              <a:t>De</a:t>
            </a:r>
            <a:r>
              <a:rPr sz="1200" spc="-5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40" dirty="0">
                <a:solidFill>
                  <a:srgbClr val="042855"/>
                </a:solidFill>
                <a:latin typeface="Calibri"/>
                <a:cs typeface="Calibri"/>
              </a:rPr>
              <a:t>Llamadas</a:t>
            </a:r>
            <a:r>
              <a:rPr sz="1200" spc="-2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30" dirty="0">
                <a:solidFill>
                  <a:srgbClr val="042855"/>
                </a:solidFill>
                <a:latin typeface="Calibri"/>
                <a:cs typeface="Calibri"/>
              </a:rPr>
              <a:t>Por</a:t>
            </a:r>
            <a:r>
              <a:rPr sz="1200" spc="-5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042855"/>
                </a:solidFill>
                <a:latin typeface="Calibri"/>
                <a:cs typeface="Calibri"/>
              </a:rPr>
              <a:t>Dia)</a:t>
            </a:r>
            <a:endParaRPr sz="1200" dirty="0">
              <a:latin typeface="Calibri"/>
              <a:cs typeface="Calibri"/>
            </a:endParaRPr>
          </a:p>
          <a:p>
            <a:pPr marL="240029" lvl="1" indent="-227329">
              <a:lnSpc>
                <a:spcPct val="100000"/>
              </a:lnSpc>
              <a:spcBef>
                <a:spcPts val="805"/>
              </a:spcBef>
              <a:buClr>
                <a:srgbClr val="006EC0"/>
              </a:buClr>
              <a:buAutoNum type="arabicPeriod"/>
              <a:tabLst>
                <a:tab pos="240029" algn="l"/>
              </a:tabLst>
            </a:pPr>
            <a:r>
              <a:rPr lang="es-ES" sz="1200" spc="-45" dirty="0">
                <a:solidFill>
                  <a:srgbClr val="042855"/>
                </a:solidFill>
                <a:latin typeface="Calibri"/>
                <a:cs typeface="Calibri"/>
              </a:rPr>
              <a:t>    </a:t>
            </a:r>
            <a:r>
              <a:rPr sz="1200" spc="-45" dirty="0" err="1">
                <a:solidFill>
                  <a:srgbClr val="042855"/>
                </a:solidFill>
                <a:latin typeface="Calibri"/>
                <a:cs typeface="Calibri"/>
              </a:rPr>
              <a:t>Disponibilidad</a:t>
            </a:r>
            <a:r>
              <a:rPr sz="1200" spc="2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30" dirty="0">
                <a:solidFill>
                  <a:srgbClr val="042855"/>
                </a:solidFill>
                <a:latin typeface="Calibri"/>
                <a:cs typeface="Calibri"/>
              </a:rPr>
              <a:t>Grabadora</a:t>
            </a:r>
            <a:r>
              <a:rPr sz="1200" spc="4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42855"/>
                </a:solidFill>
                <a:latin typeface="Calibri"/>
                <a:cs typeface="Calibri"/>
              </a:rPr>
              <a:t>VERINT</a:t>
            </a:r>
            <a:endParaRPr sz="1200" dirty="0">
              <a:latin typeface="Calibri"/>
              <a:cs typeface="Calibri"/>
            </a:endParaRPr>
          </a:p>
          <a:p>
            <a:pPr marL="240029" lvl="1" indent="-227329">
              <a:lnSpc>
                <a:spcPct val="100000"/>
              </a:lnSpc>
              <a:spcBef>
                <a:spcPts val="805"/>
              </a:spcBef>
              <a:buClr>
                <a:srgbClr val="006EC0"/>
              </a:buClr>
              <a:buAutoNum type="arabicPeriod"/>
              <a:tabLst>
                <a:tab pos="240029" algn="l"/>
              </a:tabLst>
            </a:pPr>
            <a:r>
              <a:rPr lang="es-ES" sz="1200" spc="-45" dirty="0">
                <a:solidFill>
                  <a:srgbClr val="042855"/>
                </a:solidFill>
                <a:latin typeface="Calibri"/>
                <a:cs typeface="Calibri"/>
              </a:rPr>
              <a:t>    </a:t>
            </a:r>
            <a:r>
              <a:rPr sz="1200" spc="-45" dirty="0" err="1">
                <a:solidFill>
                  <a:srgbClr val="042855"/>
                </a:solidFill>
                <a:latin typeface="Calibri"/>
                <a:cs typeface="Calibri"/>
              </a:rPr>
              <a:t>Disponibilidad</a:t>
            </a:r>
            <a:r>
              <a:rPr sz="1200" spc="2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30" dirty="0">
                <a:solidFill>
                  <a:srgbClr val="042855"/>
                </a:solidFill>
                <a:latin typeface="Calibri"/>
                <a:cs typeface="Calibri"/>
              </a:rPr>
              <a:t>Grabadora</a:t>
            </a:r>
            <a:r>
              <a:rPr sz="1200" spc="4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42855"/>
                </a:solidFill>
                <a:latin typeface="Calibri"/>
                <a:cs typeface="Calibri"/>
              </a:rPr>
              <a:t>RedBox</a:t>
            </a:r>
            <a:endParaRPr sz="1200" dirty="0">
              <a:latin typeface="Calibri"/>
              <a:cs typeface="Calibri"/>
            </a:endParaRPr>
          </a:p>
          <a:p>
            <a:pPr marL="240029" lvl="1" indent="-227329">
              <a:lnSpc>
                <a:spcPct val="100000"/>
              </a:lnSpc>
              <a:spcBef>
                <a:spcPts val="790"/>
              </a:spcBef>
              <a:buClr>
                <a:srgbClr val="006EC0"/>
              </a:buClr>
              <a:buAutoNum type="arabicPeriod"/>
              <a:tabLst>
                <a:tab pos="240029" algn="l"/>
              </a:tabLst>
            </a:pPr>
            <a:r>
              <a:rPr lang="es-ES" sz="1200" spc="-40" dirty="0">
                <a:solidFill>
                  <a:srgbClr val="042855"/>
                </a:solidFill>
                <a:latin typeface="Calibri"/>
                <a:cs typeface="Calibri"/>
              </a:rPr>
              <a:t>    </a:t>
            </a:r>
            <a:r>
              <a:rPr sz="1200" spc="-40" dirty="0" err="1">
                <a:solidFill>
                  <a:srgbClr val="042855"/>
                </a:solidFill>
                <a:latin typeface="Calibri"/>
                <a:cs typeface="Calibri"/>
              </a:rPr>
              <a:t>Procesamiento</a:t>
            </a:r>
            <a:r>
              <a:rPr sz="1200" spc="2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42855"/>
                </a:solidFill>
                <a:latin typeface="Calibri"/>
                <a:cs typeface="Calibri"/>
              </a:rPr>
              <a:t>BD</a:t>
            </a:r>
            <a:r>
              <a:rPr sz="1200" spc="1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40" dirty="0">
                <a:solidFill>
                  <a:srgbClr val="042855"/>
                </a:solidFill>
                <a:latin typeface="Calibri"/>
                <a:cs typeface="Calibri"/>
              </a:rPr>
              <a:t>Producción</a:t>
            </a:r>
            <a:r>
              <a:rPr sz="1200" spc="-1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42855"/>
                </a:solidFill>
                <a:latin typeface="Calibri"/>
                <a:cs typeface="Calibri"/>
              </a:rPr>
              <a:t>PremierOne</a:t>
            </a:r>
            <a:endParaRPr sz="1200" dirty="0">
              <a:latin typeface="Calibri"/>
              <a:cs typeface="Calibri"/>
            </a:endParaRPr>
          </a:p>
          <a:p>
            <a:pPr marL="315595" lvl="1" indent="-302895">
              <a:lnSpc>
                <a:spcPct val="100000"/>
              </a:lnSpc>
              <a:spcBef>
                <a:spcPts val="805"/>
              </a:spcBef>
              <a:buClr>
                <a:srgbClr val="006EC0"/>
              </a:buClr>
              <a:buAutoNum type="arabicPeriod"/>
              <a:tabLst>
                <a:tab pos="315595" algn="l"/>
              </a:tabLst>
            </a:pPr>
            <a:r>
              <a:rPr lang="es-ES" sz="1200" spc="-4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40" dirty="0">
                <a:solidFill>
                  <a:srgbClr val="042855"/>
                </a:solidFill>
                <a:latin typeface="Calibri"/>
                <a:cs typeface="Calibri"/>
              </a:rPr>
              <a:t>Estado</a:t>
            </a:r>
            <a:r>
              <a:rPr sz="1200" spc="-9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35" dirty="0">
                <a:solidFill>
                  <a:srgbClr val="042855"/>
                </a:solidFill>
                <a:latin typeface="Calibri"/>
                <a:cs typeface="Calibri"/>
              </a:rPr>
              <a:t>Arquitectura</a:t>
            </a:r>
            <a:r>
              <a:rPr sz="1200" spc="2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042855"/>
                </a:solidFill>
                <a:latin typeface="Calibri"/>
                <a:cs typeface="Calibri"/>
              </a:rPr>
              <a:t>MITEL</a:t>
            </a:r>
            <a:endParaRPr sz="1200" dirty="0">
              <a:latin typeface="Calibri"/>
              <a:cs typeface="Calibri"/>
            </a:endParaRPr>
          </a:p>
          <a:p>
            <a:pPr marL="315595" lvl="1" indent="-302895">
              <a:lnSpc>
                <a:spcPct val="100000"/>
              </a:lnSpc>
              <a:spcBef>
                <a:spcPts val="805"/>
              </a:spcBef>
              <a:buClr>
                <a:srgbClr val="006EC0"/>
              </a:buClr>
              <a:buAutoNum type="arabicPeriod"/>
              <a:tabLst>
                <a:tab pos="315595" algn="l"/>
              </a:tabLst>
            </a:pPr>
            <a:r>
              <a:rPr lang="es-ES" sz="1200" spc="-2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042855"/>
                </a:solidFill>
                <a:latin typeface="Calibri"/>
                <a:cs typeface="Calibri"/>
              </a:rPr>
              <a:t>Vesta</a:t>
            </a:r>
            <a:r>
              <a:rPr sz="1200" spc="-4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42855"/>
                </a:solidFill>
                <a:latin typeface="Calibri"/>
                <a:cs typeface="Calibri"/>
              </a:rPr>
              <a:t>Analytics</a:t>
            </a:r>
            <a:r>
              <a:rPr sz="1200" spc="19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42855"/>
                </a:solidFill>
                <a:latin typeface="Calibri"/>
                <a:cs typeface="Calibri"/>
              </a:rPr>
              <a:t>(</a:t>
            </a:r>
            <a:r>
              <a:rPr sz="1200" spc="-10" dirty="0">
                <a:solidFill>
                  <a:srgbClr val="001F5F"/>
                </a:solidFill>
                <a:latin typeface="Calibri"/>
                <a:cs typeface="Calibri"/>
              </a:rPr>
              <a:t>Cantidad</a:t>
            </a:r>
            <a:r>
              <a:rPr sz="1200" spc="-4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1F5F"/>
                </a:solidFill>
                <a:latin typeface="Calibri"/>
                <a:cs typeface="Calibri"/>
              </a:rPr>
              <a:t>de</a:t>
            </a:r>
            <a:r>
              <a:rPr sz="12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1F5F"/>
                </a:solidFill>
                <a:latin typeface="Calibri"/>
                <a:cs typeface="Calibri"/>
              </a:rPr>
              <a:t>llamadas</a:t>
            </a:r>
            <a:r>
              <a:rPr sz="12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1F5F"/>
                </a:solidFill>
                <a:latin typeface="Calibri"/>
                <a:cs typeface="Calibri"/>
              </a:rPr>
              <a:t>por</a:t>
            </a:r>
            <a:r>
              <a:rPr sz="12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01F5F"/>
                </a:solidFill>
                <a:latin typeface="Calibri"/>
                <a:cs typeface="Calibri"/>
              </a:rPr>
              <a:t>operador</a:t>
            </a:r>
            <a:r>
              <a:rPr sz="1200" spc="-10" dirty="0">
                <a:solidFill>
                  <a:srgbClr val="042855"/>
                </a:solidFill>
                <a:latin typeface="Calibri"/>
                <a:cs typeface="Calibri"/>
              </a:rPr>
              <a:t>)</a:t>
            </a:r>
            <a:endParaRPr sz="1200" dirty="0">
              <a:latin typeface="Calibri"/>
              <a:cs typeface="Calibri"/>
            </a:endParaRPr>
          </a:p>
          <a:p>
            <a:pPr marL="315595" lvl="1" indent="-302895">
              <a:lnSpc>
                <a:spcPct val="100000"/>
              </a:lnSpc>
              <a:spcBef>
                <a:spcPts val="795"/>
              </a:spcBef>
              <a:buClr>
                <a:srgbClr val="006EC0"/>
              </a:buClr>
              <a:buAutoNum type="arabicPeriod"/>
              <a:tabLst>
                <a:tab pos="315595" algn="l"/>
              </a:tabLst>
            </a:pPr>
            <a:r>
              <a:rPr lang="es-ES" sz="1200" spc="-2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042855"/>
                </a:solidFill>
                <a:latin typeface="Calibri"/>
                <a:cs typeface="Calibri"/>
              </a:rPr>
              <a:t>Vesta</a:t>
            </a:r>
            <a:r>
              <a:rPr sz="1200" spc="-4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42855"/>
                </a:solidFill>
                <a:latin typeface="Calibri"/>
                <a:cs typeface="Calibri"/>
              </a:rPr>
              <a:t>Analytics</a:t>
            </a:r>
            <a:r>
              <a:rPr sz="1200" spc="16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042855"/>
                </a:solidFill>
                <a:latin typeface="Calibri"/>
                <a:cs typeface="Calibri"/>
              </a:rPr>
              <a:t>(Duración</a:t>
            </a:r>
            <a:r>
              <a:rPr sz="1200" spc="-4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42855"/>
                </a:solidFill>
                <a:latin typeface="Calibri"/>
                <a:cs typeface="Calibri"/>
              </a:rPr>
              <a:t>de</a:t>
            </a:r>
            <a:r>
              <a:rPr sz="1200" spc="-6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42855"/>
                </a:solidFill>
                <a:latin typeface="Calibri"/>
                <a:cs typeface="Calibri"/>
              </a:rPr>
              <a:t>llamadas)</a:t>
            </a:r>
            <a:endParaRPr sz="1200" dirty="0">
              <a:latin typeface="Calibri"/>
              <a:cs typeface="Calibri"/>
            </a:endParaRPr>
          </a:p>
          <a:p>
            <a:pPr marL="315595" lvl="1" indent="-302895">
              <a:lnSpc>
                <a:spcPct val="100000"/>
              </a:lnSpc>
              <a:spcBef>
                <a:spcPts val="800"/>
              </a:spcBef>
              <a:buClr>
                <a:srgbClr val="006EC0"/>
              </a:buClr>
              <a:buAutoNum type="arabicPeriod"/>
              <a:tabLst>
                <a:tab pos="315595" algn="l"/>
              </a:tabLst>
            </a:pPr>
            <a:r>
              <a:rPr lang="es-ES" sz="1200" spc="-2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042855"/>
                </a:solidFill>
                <a:latin typeface="Calibri"/>
                <a:cs typeface="Calibri"/>
              </a:rPr>
              <a:t>Vesta</a:t>
            </a:r>
            <a:r>
              <a:rPr sz="1200" spc="-4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42855"/>
                </a:solidFill>
                <a:latin typeface="Calibri"/>
                <a:cs typeface="Calibri"/>
              </a:rPr>
              <a:t>Analytics</a:t>
            </a:r>
            <a:r>
              <a:rPr sz="1200" spc="13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42855"/>
                </a:solidFill>
                <a:latin typeface="Calibri"/>
                <a:cs typeface="Calibri"/>
              </a:rPr>
              <a:t>(</a:t>
            </a:r>
            <a:r>
              <a:rPr sz="1200" dirty="0">
                <a:solidFill>
                  <a:srgbClr val="5F808A"/>
                </a:solidFill>
                <a:latin typeface="Calibri"/>
                <a:cs typeface="Calibri"/>
              </a:rPr>
              <a:t>Resumen</a:t>
            </a:r>
            <a:r>
              <a:rPr sz="1200" spc="-35" dirty="0">
                <a:solidFill>
                  <a:srgbClr val="5F808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5F808A"/>
                </a:solidFill>
                <a:latin typeface="Calibri"/>
                <a:cs typeface="Calibri"/>
              </a:rPr>
              <a:t>de</a:t>
            </a:r>
            <a:r>
              <a:rPr sz="1200" spc="-45" dirty="0">
                <a:solidFill>
                  <a:srgbClr val="5F808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5F808A"/>
                </a:solidFill>
                <a:latin typeface="Calibri"/>
                <a:cs typeface="Calibri"/>
              </a:rPr>
              <a:t>llamadas</a:t>
            </a:r>
            <a:r>
              <a:rPr sz="1200" spc="-50" dirty="0">
                <a:solidFill>
                  <a:srgbClr val="5F808A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5F808A"/>
                </a:solidFill>
                <a:latin typeface="Calibri"/>
                <a:cs typeface="Calibri"/>
              </a:rPr>
              <a:t>clasificadas</a:t>
            </a:r>
            <a:r>
              <a:rPr sz="1200" spc="-10" dirty="0">
                <a:solidFill>
                  <a:srgbClr val="042855"/>
                </a:solidFill>
                <a:latin typeface="Calibri"/>
                <a:cs typeface="Calibri"/>
              </a:rPr>
              <a:t>)</a:t>
            </a:r>
            <a:endParaRPr sz="1200" dirty="0">
              <a:latin typeface="Calibri"/>
              <a:cs typeface="Calibri"/>
            </a:endParaRPr>
          </a:p>
          <a:p>
            <a:pPr marL="325755" lvl="1" indent="-313055">
              <a:lnSpc>
                <a:spcPct val="100000"/>
              </a:lnSpc>
              <a:spcBef>
                <a:spcPts val="805"/>
              </a:spcBef>
              <a:buClr>
                <a:srgbClr val="006EC0"/>
              </a:buClr>
              <a:buAutoNum type="arabicPeriod"/>
              <a:tabLst>
                <a:tab pos="325755" algn="l"/>
              </a:tabLst>
            </a:pPr>
            <a:r>
              <a:rPr lang="es-ES" sz="1200" spc="-3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30" dirty="0" err="1">
                <a:solidFill>
                  <a:srgbClr val="042855"/>
                </a:solidFill>
                <a:latin typeface="Calibri"/>
                <a:cs typeface="Calibri"/>
              </a:rPr>
              <a:t>Consumo</a:t>
            </a:r>
            <a:r>
              <a:rPr sz="1200" spc="-1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042855"/>
                </a:solidFill>
                <a:latin typeface="Calibri"/>
                <a:cs typeface="Calibri"/>
              </a:rPr>
              <a:t>internet</a:t>
            </a:r>
            <a:r>
              <a:rPr sz="1200" spc="-7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042855"/>
                </a:solidFill>
                <a:latin typeface="Calibri"/>
                <a:cs typeface="Calibri"/>
              </a:rPr>
              <a:t>canal</a:t>
            </a:r>
            <a:r>
              <a:rPr sz="1200" spc="-20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042855"/>
                </a:solidFill>
                <a:latin typeface="Calibri"/>
                <a:cs typeface="Calibri"/>
              </a:rPr>
              <a:t>principal</a:t>
            </a:r>
            <a:r>
              <a:rPr sz="1200" spc="-8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42855"/>
                </a:solidFill>
                <a:latin typeface="Calibri"/>
                <a:cs typeface="Calibri"/>
              </a:rPr>
              <a:t>70Megas</a:t>
            </a:r>
            <a:endParaRPr lang="es-MX" sz="1200" spc="-10" dirty="0">
              <a:solidFill>
                <a:srgbClr val="042855"/>
              </a:solidFill>
              <a:latin typeface="Calibri"/>
              <a:cs typeface="Calibri"/>
            </a:endParaRPr>
          </a:p>
          <a:p>
            <a:pPr marL="325755" lvl="1" indent="-313055">
              <a:spcBef>
                <a:spcPts val="805"/>
              </a:spcBef>
              <a:buClr>
                <a:srgbClr val="006EC0"/>
              </a:buClr>
              <a:buFontTx/>
              <a:buAutoNum type="arabicPeriod"/>
              <a:tabLst>
                <a:tab pos="325755" algn="l"/>
              </a:tabLst>
            </a:pPr>
            <a:r>
              <a:rPr lang="es-MX" sz="1200" spc="-45" dirty="0">
                <a:solidFill>
                  <a:srgbClr val="042855"/>
                </a:solidFill>
                <a:latin typeface="Calibri"/>
                <a:cs typeface="Calibri"/>
              </a:rPr>
              <a:t> Disponibilidad</a:t>
            </a:r>
            <a:r>
              <a:rPr lang="es-MX" sz="1200" spc="-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lang="es-MX" sz="1200" dirty="0">
                <a:solidFill>
                  <a:srgbClr val="042855"/>
                </a:solidFill>
                <a:latin typeface="Calibri"/>
                <a:cs typeface="Calibri"/>
              </a:rPr>
              <a:t>VPN</a:t>
            </a:r>
            <a:r>
              <a:rPr lang="es-MX" sz="1200" spc="5" dirty="0">
                <a:solidFill>
                  <a:srgbClr val="042855"/>
                </a:solidFill>
                <a:latin typeface="Calibri"/>
                <a:cs typeface="Calibri"/>
              </a:rPr>
              <a:t> </a:t>
            </a:r>
            <a:r>
              <a:rPr lang="es-MX" sz="1200" spc="-10" dirty="0">
                <a:solidFill>
                  <a:srgbClr val="042855"/>
                </a:solidFill>
                <a:latin typeface="Calibri"/>
                <a:cs typeface="Calibri"/>
              </a:rPr>
              <a:t>VESTAFW_CUNI</a:t>
            </a:r>
          </a:p>
          <a:p>
            <a:pPr marL="325755" lvl="1" indent="-313055">
              <a:spcBef>
                <a:spcPts val="805"/>
              </a:spcBef>
              <a:buClr>
                <a:srgbClr val="006EC0"/>
              </a:buClr>
              <a:buFontTx/>
              <a:buAutoNum type="arabicPeriod"/>
              <a:tabLst>
                <a:tab pos="325755" algn="l"/>
              </a:tabLst>
            </a:pPr>
            <a:r>
              <a:rPr lang="es-MX" sz="1200" spc="-45" dirty="0">
                <a:solidFill>
                  <a:srgbClr val="042855"/>
                </a:solidFill>
                <a:latin typeface="Calibri"/>
                <a:cs typeface="Calibri"/>
              </a:rPr>
              <a:t> Novedades</a:t>
            </a:r>
            <a:endParaRPr lang="es-MX" sz="1200" dirty="0">
              <a:latin typeface="Calibri"/>
              <a:cs typeface="Calibri"/>
            </a:endParaRPr>
          </a:p>
        </p:txBody>
      </p:sp>
      <p:sp>
        <p:nvSpPr>
          <p:cNvPr id="4" name="Indice">
            <a:extLst>
              <a:ext uri="{FF2B5EF4-FFF2-40B4-BE49-F238E27FC236}">
                <a16:creationId xmlns:a16="http://schemas.microsoft.com/office/drawing/2014/main" id="{29CACEEB-9ECB-4732-A11C-FDEFF75AA6FD}"/>
              </a:ext>
            </a:extLst>
          </p:cNvPr>
          <p:cNvSpPr/>
          <p:nvPr userDrawn="1"/>
        </p:nvSpPr>
        <p:spPr>
          <a:xfrm>
            <a:off x="5496958" y="282122"/>
            <a:ext cx="119808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800" b="1" spc="-10" dirty="0">
                <a:solidFill>
                  <a:srgbClr val="1B5FA7"/>
                </a:solidFill>
                <a:latin typeface="+mn-lt"/>
              </a:rPr>
              <a:t>INDICE</a:t>
            </a:r>
            <a:endParaRPr lang="es-ES" sz="2800" b="1" dirty="0">
              <a:solidFill>
                <a:srgbClr val="1B5FA7"/>
              </a:solidFill>
              <a:latin typeface="+mn-lt"/>
            </a:endParaRPr>
          </a:p>
        </p:txBody>
      </p:sp>
      <p:pic>
        <p:nvPicPr>
          <p:cNvPr id="5" name="Img-LogoETB-A">
            <a:extLst>
              <a:ext uri="{FF2B5EF4-FFF2-40B4-BE49-F238E27FC236}">
                <a16:creationId xmlns:a16="http://schemas.microsoft.com/office/drawing/2014/main" id="{900AAE97-B0E1-42D7-8B8E-77B88761694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883" y="301839"/>
            <a:ext cx="615749" cy="463336"/>
          </a:xfrm>
          <a:prstGeom prst="rect">
            <a:avLst/>
          </a:prstGeom>
        </p:spPr>
      </p:pic>
      <p:sp>
        <p:nvSpPr>
          <p:cNvPr id="6" name="SerasLoQueCreas">
            <a:extLst>
              <a:ext uri="{FF2B5EF4-FFF2-40B4-BE49-F238E27FC236}">
                <a16:creationId xmlns:a16="http://schemas.microsoft.com/office/drawing/2014/main" id="{F6F96454-D83E-45C7-A756-42EE4C40ACB9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1163561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orient="horz" pos="397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-Rigth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uimientoPreventivo-txt">
            <a:extLst>
              <a:ext uri="{FF2B5EF4-FFF2-40B4-BE49-F238E27FC236}">
                <a16:creationId xmlns:a16="http://schemas.microsoft.com/office/drawing/2014/main" id="{C0B71403-5113-47E8-9685-5581097BECC1}"/>
              </a:ext>
            </a:extLst>
          </p:cNvPr>
          <p:cNvSpPr txBox="1"/>
          <p:nvPr userDrawn="1"/>
        </p:nvSpPr>
        <p:spPr>
          <a:xfrm>
            <a:off x="1055688" y="1305936"/>
            <a:ext cx="4922418" cy="23166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12750" indent="-400050">
              <a:lnSpc>
                <a:spcPct val="100000"/>
              </a:lnSpc>
              <a:spcBef>
                <a:spcPts val="105"/>
              </a:spcBef>
              <a:buClr>
                <a:srgbClr val="7E7E7E"/>
              </a:buClr>
              <a:buFont typeface="+mj-lt"/>
              <a:buAutoNum type="romanUcPeriod"/>
              <a:tabLst>
                <a:tab pos="195580" algn="l"/>
              </a:tabLst>
            </a:pPr>
            <a:r>
              <a:rPr lang="es-ES" sz="1800" b="0" spc="-35" dirty="0">
                <a:solidFill>
                  <a:srgbClr val="1B5FA7"/>
                </a:solidFill>
                <a:latin typeface="+mn-lt"/>
                <a:cs typeface="Calibri"/>
              </a:rPr>
              <a:t>Seguimiento preventivo Mesa de Servicio</a:t>
            </a:r>
            <a:br>
              <a:rPr lang="es-ES" sz="1600" b="1" spc="-35" dirty="0">
                <a:solidFill>
                  <a:srgbClr val="1F4680"/>
                </a:solidFill>
                <a:latin typeface="+mn-lt"/>
                <a:cs typeface="Calibri"/>
              </a:rPr>
            </a:br>
            <a:br>
              <a:rPr lang="es-ES" sz="1600" b="1" spc="-35" dirty="0">
                <a:solidFill>
                  <a:srgbClr val="1F4680"/>
                </a:solidFill>
                <a:latin typeface="+mn-lt"/>
                <a:cs typeface="Calibri"/>
              </a:rPr>
            </a:b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A corte de las 08:00, se realiza seguimiento, confirmando con los supervisores completa operatividad en SUR, CAD,  CRUE, Movilidad, IDIGER y Bomberos, a la hora las agencias laboran con normalidad.</a:t>
            </a:r>
          </a:p>
          <a:p>
            <a:pPr marL="12700" indent="0">
              <a:lnSpc>
                <a:spcPct val="100000"/>
              </a:lnSpc>
              <a:spcBef>
                <a:spcPts val="105"/>
              </a:spcBef>
              <a:buClr>
                <a:srgbClr val="7E7E7E"/>
              </a:buClr>
              <a:buFont typeface="+mj-lt"/>
              <a:buNone/>
              <a:tabLst>
                <a:tab pos="195580" algn="l"/>
              </a:tabLst>
            </a:pPr>
            <a:endParaRPr lang="es-MX" sz="1600" b="1" spc="-35" dirty="0">
              <a:solidFill>
                <a:srgbClr val="1F4680"/>
              </a:solidFill>
              <a:latin typeface="+mn-lt"/>
              <a:cs typeface="Calibri"/>
            </a:endParaRPr>
          </a:p>
          <a:p>
            <a:pPr marL="195580" marR="0" lvl="0" indent="-18288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>
                <a:srgbClr val="7E7E7E"/>
              </a:buClr>
              <a:buSzTx/>
              <a:buFont typeface="Calibri"/>
              <a:buAutoNum type="romanUcPeriod"/>
              <a:tabLst>
                <a:tab pos="195580" algn="l"/>
              </a:tabLst>
              <a:defRPr/>
            </a:pPr>
            <a:r>
              <a:rPr lang="es-ES" sz="1800" b="0" dirty="0">
                <a:solidFill>
                  <a:srgbClr val="1B5FA7"/>
                </a:solidFill>
                <a:latin typeface="+mn-lt"/>
                <a:cs typeface="Calibri"/>
              </a:rPr>
              <a:t>   </a:t>
            </a:r>
            <a:r>
              <a:rPr lang="es-ES" sz="1800" b="0" spc="-35" dirty="0">
                <a:solidFill>
                  <a:srgbClr val="1B5FA7"/>
                </a:solidFill>
                <a:latin typeface="+mn-lt"/>
                <a:cs typeface="Calibri"/>
              </a:rPr>
              <a:t>Confirmaciones en SUR y Agencias</a:t>
            </a:r>
          </a:p>
        </p:txBody>
      </p:sp>
      <p:sp>
        <p:nvSpPr>
          <p:cNvPr id="7" name="HUD-Tramite">
            <a:extLst>
              <a:ext uri="{FF2B5EF4-FFF2-40B4-BE49-F238E27FC236}">
                <a16:creationId xmlns:a16="http://schemas.microsoft.com/office/drawing/2014/main" id="{BB32211D-BD44-42EE-9A24-6FF365B8697F}"/>
              </a:ext>
            </a:extLst>
          </p:cNvPr>
          <p:cNvSpPr txBox="1"/>
          <p:nvPr userDrawn="1"/>
        </p:nvSpPr>
        <p:spPr>
          <a:xfrm>
            <a:off x="7200915" y="1278084"/>
            <a:ext cx="3221355" cy="30072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baseline="-5555" dirty="0">
                <a:solidFill>
                  <a:srgbClr val="1B5FA7"/>
                </a:solidFill>
                <a:latin typeface="Calibri"/>
                <a:cs typeface="Calibri"/>
              </a:rPr>
              <a:t>III.</a:t>
            </a:r>
            <a:r>
              <a:rPr sz="2800" spc="247" baseline="-555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5FA7"/>
                </a:solidFill>
                <a:latin typeface="Calibri"/>
                <a:cs typeface="Calibri"/>
              </a:rPr>
              <a:t>HUD</a:t>
            </a:r>
            <a:r>
              <a:rPr sz="1800" spc="-20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5FA7"/>
                </a:solidFill>
                <a:latin typeface="Calibri"/>
                <a:cs typeface="Calibri"/>
              </a:rPr>
              <a:t>y</a:t>
            </a:r>
            <a:r>
              <a:rPr sz="1800" spc="-1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5FA7"/>
                </a:solidFill>
                <a:latin typeface="Calibri"/>
                <a:cs typeface="Calibri"/>
              </a:rPr>
              <a:t>Trámite</a:t>
            </a:r>
            <a:r>
              <a:rPr sz="1800" spc="-10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B5FA7"/>
                </a:solidFill>
                <a:latin typeface="Calibri"/>
                <a:cs typeface="Calibri"/>
              </a:rPr>
              <a:t>de</a:t>
            </a:r>
            <a:r>
              <a:rPr sz="1800" spc="-1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1B5FA7"/>
                </a:solidFill>
                <a:latin typeface="Calibri"/>
                <a:cs typeface="Calibri"/>
              </a:rPr>
              <a:t>Llamadas</a:t>
            </a:r>
            <a:endParaRPr sz="18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8" name="Nota-txt">
            <a:extLst>
              <a:ext uri="{FF2B5EF4-FFF2-40B4-BE49-F238E27FC236}">
                <a16:creationId xmlns:a16="http://schemas.microsoft.com/office/drawing/2014/main" id="{5651A748-9A9A-4A2C-BD51-4ED5FCC07E60}"/>
              </a:ext>
            </a:extLst>
          </p:cNvPr>
          <p:cNvSpPr txBox="1"/>
          <p:nvPr userDrawn="1"/>
        </p:nvSpPr>
        <p:spPr>
          <a:xfrm>
            <a:off x="6104635" y="5062808"/>
            <a:ext cx="5031678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600" b="0" spc="-35" dirty="0">
                <a:solidFill>
                  <a:srgbClr val="1B5FA7"/>
                </a:solidFill>
                <a:latin typeface="Calibri"/>
                <a:cs typeface="Calibri"/>
              </a:rPr>
              <a:t>NOTA:</a:t>
            </a:r>
            <a:r>
              <a:rPr sz="1600" b="0" spc="-35" dirty="0">
                <a:solidFill>
                  <a:srgbClr val="1F468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En el momento sobre el tablero HUD de monitoreo se visualiza el campo Agencia MUJ, por un contrato que tiene la SCJ, Secretaria de la mujer y ETB se agregó este campo allí. Cabe resaltar que esta agencia no hace parte del convenio 561-2014</a:t>
            </a:r>
            <a:endParaRPr sz="1400" dirty="0">
              <a:solidFill>
                <a:srgbClr val="7E7E7E"/>
              </a:solidFill>
              <a:latin typeface="Calibri"/>
              <a:cs typeface="Calibri"/>
            </a:endParaRPr>
          </a:p>
        </p:txBody>
      </p:sp>
      <p:sp>
        <p:nvSpPr>
          <p:cNvPr id="9" name="1-EstadoDeOperacion">
            <a:extLst>
              <a:ext uri="{FF2B5EF4-FFF2-40B4-BE49-F238E27FC236}">
                <a16:creationId xmlns:a16="http://schemas.microsoft.com/office/drawing/2014/main" id="{CE0E8C82-8F29-46E6-877D-BE7301E70C56}"/>
              </a:ext>
            </a:extLst>
          </p:cNvPr>
          <p:cNvSpPr txBox="1"/>
          <p:nvPr userDrawn="1"/>
        </p:nvSpPr>
        <p:spPr>
          <a:xfrm>
            <a:off x="1047750" y="413638"/>
            <a:ext cx="4027458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ES" sz="2800" b="1" spc="-25" dirty="0">
                <a:solidFill>
                  <a:srgbClr val="1B5FA7"/>
                </a:solidFill>
                <a:latin typeface="+mn-lt"/>
              </a:rPr>
              <a:t>1. </a:t>
            </a:r>
            <a:r>
              <a:rPr lang="es-ES" sz="2800" b="1" dirty="0">
                <a:solidFill>
                  <a:srgbClr val="1B5FA7"/>
                </a:solidFill>
                <a:latin typeface="+mn-lt"/>
              </a:rPr>
              <a:t>Estado</a:t>
            </a:r>
            <a:r>
              <a:rPr lang="es-ES" sz="2800" b="1" spc="-105" dirty="0">
                <a:solidFill>
                  <a:srgbClr val="1B5FA7"/>
                </a:solidFill>
                <a:latin typeface="+mn-lt"/>
              </a:rPr>
              <a:t> </a:t>
            </a:r>
            <a:r>
              <a:rPr lang="es-ES" sz="2800" b="1" dirty="0">
                <a:solidFill>
                  <a:srgbClr val="1B5FA7"/>
                </a:solidFill>
                <a:latin typeface="+mn-lt"/>
              </a:rPr>
              <a:t>de</a:t>
            </a:r>
            <a:r>
              <a:rPr lang="es-ES" sz="2800" b="1" spc="-100" dirty="0">
                <a:solidFill>
                  <a:srgbClr val="1B5FA7"/>
                </a:solidFill>
                <a:latin typeface="+mn-lt"/>
              </a:rPr>
              <a:t> </a:t>
            </a:r>
            <a:r>
              <a:rPr lang="es-ES" sz="2800" b="1" spc="-10" dirty="0">
                <a:solidFill>
                  <a:srgbClr val="1B5FA7"/>
                </a:solidFill>
                <a:latin typeface="+mn-lt"/>
              </a:rPr>
              <a:t>Operación</a:t>
            </a:r>
            <a:endParaRPr sz="2800" b="1" dirty="0">
              <a:solidFill>
                <a:srgbClr val="1B5FA7"/>
              </a:solidFill>
              <a:latin typeface="+mn-lt"/>
              <a:cs typeface="Calibri"/>
            </a:endParaRPr>
          </a:p>
        </p:txBody>
      </p:sp>
      <p:pic>
        <p:nvPicPr>
          <p:cNvPr id="3" name="Img-LogoETB-A">
            <a:extLst>
              <a:ext uri="{FF2B5EF4-FFF2-40B4-BE49-F238E27FC236}">
                <a16:creationId xmlns:a16="http://schemas.microsoft.com/office/drawing/2014/main" id="{95B4522D-05E8-48D6-9158-3834BE9B3CA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883" y="301732"/>
            <a:ext cx="615749" cy="463336"/>
          </a:xfrm>
          <a:prstGeom prst="rect">
            <a:avLst/>
          </a:prstGeom>
        </p:spPr>
      </p:pic>
      <p:sp>
        <p:nvSpPr>
          <p:cNvPr id="10" name="SerasLoQueCreas">
            <a:extLst>
              <a:ext uri="{FF2B5EF4-FFF2-40B4-BE49-F238E27FC236}">
                <a16:creationId xmlns:a16="http://schemas.microsoft.com/office/drawing/2014/main" id="{AAE0226C-0B5D-4818-81D0-C08E87B948DF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4" name="imgMarco-D3">
            <a:extLst>
              <a:ext uri="{FF2B5EF4-FFF2-40B4-BE49-F238E27FC236}">
                <a16:creationId xmlns:a16="http://schemas.microsoft.com/office/drawing/2014/main" id="{4C1C106A-42F9-4251-B413-954096BB77B3}"/>
              </a:ext>
            </a:extLst>
          </p:cNvPr>
          <p:cNvSpPr/>
          <p:nvPr userDrawn="1"/>
        </p:nvSpPr>
        <p:spPr>
          <a:xfrm>
            <a:off x="6104635" y="1778000"/>
            <a:ext cx="5031678" cy="309600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52572050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65" userDrawn="1">
          <p15:clr>
            <a:srgbClr val="FBAE40"/>
          </p15:clr>
        </p15:guide>
        <p15:guide id="3" pos="7015" userDrawn="1">
          <p15:clr>
            <a:srgbClr val="FBAE40"/>
          </p15:clr>
        </p15:guide>
        <p15:guide id="4" orient="horz" pos="572" userDrawn="1">
          <p15:clr>
            <a:srgbClr val="FBAE40"/>
          </p15:clr>
        </p15:guide>
        <p15:guide id="5" orient="horz" pos="958" userDrawn="1">
          <p15:clr>
            <a:srgbClr val="FBAE40"/>
          </p15:clr>
        </p15:guide>
        <p15:guide id="6" orient="horz" pos="3974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-Lef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8" name="I-DisponibilidadEquiposDeComunicaciones">
            <a:extLst>
              <a:ext uri="{FF2B5EF4-FFF2-40B4-BE49-F238E27FC236}">
                <a16:creationId xmlns:a16="http://schemas.microsoft.com/office/drawing/2014/main" id="{0CFE7259-2B22-4FD7-AFFE-A77BB586F801}"/>
              </a:ext>
            </a:extLst>
          </p:cNvPr>
          <p:cNvSpPr txBox="1">
            <a:spLocks noGrp="1"/>
          </p:cNvSpPr>
          <p:nvPr userDrawn="1"/>
        </p:nvSpPr>
        <p:spPr>
          <a:xfrm>
            <a:off x="1064260" y="401320"/>
            <a:ext cx="6920230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s-MX" sz="2800" spc="-10" dirty="0">
                <a:solidFill>
                  <a:srgbClr val="1B5FA7"/>
                </a:solidFill>
              </a:rPr>
              <a:t>I</a:t>
            </a:r>
            <a:r>
              <a:rPr sz="2800" spc="-10" dirty="0">
                <a:solidFill>
                  <a:srgbClr val="1B5FA7"/>
                </a:solidFill>
              </a:rPr>
              <a:t>.Disponibilidad</a:t>
            </a:r>
            <a:r>
              <a:rPr sz="2800" spc="-95" dirty="0">
                <a:solidFill>
                  <a:srgbClr val="1B5FA7"/>
                </a:solidFill>
              </a:rPr>
              <a:t> </a:t>
            </a:r>
            <a:r>
              <a:rPr sz="2800" dirty="0">
                <a:solidFill>
                  <a:srgbClr val="1B5FA7"/>
                </a:solidFill>
              </a:rPr>
              <a:t>Equipos</a:t>
            </a:r>
            <a:r>
              <a:rPr sz="2800" spc="-95" dirty="0">
                <a:solidFill>
                  <a:srgbClr val="1B5FA7"/>
                </a:solidFill>
              </a:rPr>
              <a:t> </a:t>
            </a:r>
            <a:r>
              <a:rPr sz="2800" dirty="0">
                <a:solidFill>
                  <a:srgbClr val="1B5FA7"/>
                </a:solidFill>
              </a:rPr>
              <a:t>de</a:t>
            </a:r>
            <a:r>
              <a:rPr sz="2800" spc="-114" dirty="0">
                <a:solidFill>
                  <a:srgbClr val="1B5FA7"/>
                </a:solidFill>
              </a:rPr>
              <a:t> </a:t>
            </a:r>
            <a:r>
              <a:rPr sz="2800" spc="-10" dirty="0">
                <a:solidFill>
                  <a:srgbClr val="1B5FA7"/>
                </a:solidFill>
              </a:rPr>
              <a:t>Comunicaciones</a:t>
            </a:r>
          </a:p>
        </p:txBody>
      </p:sp>
      <p:sp>
        <p:nvSpPr>
          <p:cNvPr id="10" name="imgMarco-D4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1261586" y="1436460"/>
            <a:ext cx="9668828" cy="45375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SwitchesVESTA">
            <a:extLst>
              <a:ext uri="{FF2B5EF4-FFF2-40B4-BE49-F238E27FC236}">
                <a16:creationId xmlns:a16="http://schemas.microsoft.com/office/drawing/2014/main" id="{B694459F-E6AB-423D-BE22-56A1D6997128}"/>
              </a:ext>
            </a:extLst>
          </p:cNvPr>
          <p:cNvSpPr txBox="1"/>
          <p:nvPr userDrawn="1"/>
        </p:nvSpPr>
        <p:spPr>
          <a:xfrm>
            <a:off x="5270500" y="1023664"/>
            <a:ext cx="1651000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1B5FA7"/>
                </a:solidFill>
                <a:latin typeface="Calibri"/>
                <a:cs typeface="Calibri"/>
              </a:rPr>
              <a:t>Switches</a:t>
            </a:r>
            <a:r>
              <a:rPr sz="2000" spc="-110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1B5FA7"/>
                </a:solidFill>
                <a:latin typeface="Calibri"/>
                <a:cs typeface="Calibri"/>
              </a:rPr>
              <a:t>VESTA</a:t>
            </a:r>
            <a:endParaRPr sz="20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12" name="SerasLoQueCreas">
            <a:extLst>
              <a:ext uri="{FF2B5EF4-FFF2-40B4-BE49-F238E27FC236}">
                <a16:creationId xmlns:a16="http://schemas.microsoft.com/office/drawing/2014/main" id="{5C5F8CE8-C4A1-4934-B71A-BABD456E21B2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87870C7-EF32-4E68-A1AF-8956758473B1}"/>
              </a:ext>
            </a:extLst>
          </p:cNvPr>
          <p:cNvSpPr/>
          <p:nvPr userDrawn="1"/>
        </p:nvSpPr>
        <p:spPr>
          <a:xfrm>
            <a:off x="8142717" y="6209878"/>
            <a:ext cx="140743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ES" sz="1600" dirty="0" err="1">
                <a:solidFill>
                  <a:srgbClr val="7E7E7E"/>
                </a:solidFill>
              </a:rPr>
              <a:t>Zabbix</a:t>
            </a:r>
            <a:endParaRPr lang="es-ES" sz="1600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280753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pos="665" userDrawn="1">
          <p15:clr>
            <a:srgbClr val="FBAE40"/>
          </p15:clr>
        </p15:guide>
        <p15:guide id="3" pos="7015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-Lef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8" name="I-DisponibilidadEquiposDeComunicaciones">
            <a:extLst>
              <a:ext uri="{FF2B5EF4-FFF2-40B4-BE49-F238E27FC236}">
                <a16:creationId xmlns:a16="http://schemas.microsoft.com/office/drawing/2014/main" id="{0CFE7259-2B22-4FD7-AFFE-A77BB586F801}"/>
              </a:ext>
            </a:extLst>
          </p:cNvPr>
          <p:cNvSpPr txBox="1">
            <a:spLocks noGrp="1"/>
          </p:cNvSpPr>
          <p:nvPr userDrawn="1"/>
        </p:nvSpPr>
        <p:spPr>
          <a:xfrm>
            <a:off x="1064260" y="401320"/>
            <a:ext cx="6920230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s-MX" sz="2800" spc="-10" dirty="0">
                <a:solidFill>
                  <a:srgbClr val="1B5FA7"/>
                </a:solidFill>
              </a:rPr>
              <a:t>I</a:t>
            </a:r>
            <a:r>
              <a:rPr sz="2800" spc="-10" dirty="0">
                <a:solidFill>
                  <a:srgbClr val="1B5FA7"/>
                </a:solidFill>
              </a:rPr>
              <a:t>.Disponibilidad</a:t>
            </a:r>
            <a:r>
              <a:rPr sz="2800" spc="-95" dirty="0">
                <a:solidFill>
                  <a:srgbClr val="1B5FA7"/>
                </a:solidFill>
              </a:rPr>
              <a:t> </a:t>
            </a:r>
            <a:r>
              <a:rPr sz="2800" dirty="0">
                <a:solidFill>
                  <a:srgbClr val="1B5FA7"/>
                </a:solidFill>
              </a:rPr>
              <a:t>Equipos</a:t>
            </a:r>
            <a:r>
              <a:rPr sz="2800" spc="-95" dirty="0">
                <a:solidFill>
                  <a:srgbClr val="1B5FA7"/>
                </a:solidFill>
              </a:rPr>
              <a:t> </a:t>
            </a:r>
            <a:r>
              <a:rPr sz="2800" dirty="0">
                <a:solidFill>
                  <a:srgbClr val="1B5FA7"/>
                </a:solidFill>
              </a:rPr>
              <a:t>de</a:t>
            </a:r>
            <a:r>
              <a:rPr sz="2800" spc="-114" dirty="0">
                <a:solidFill>
                  <a:srgbClr val="1B5FA7"/>
                </a:solidFill>
              </a:rPr>
              <a:t> </a:t>
            </a:r>
            <a:r>
              <a:rPr sz="2800" spc="-10" dirty="0">
                <a:solidFill>
                  <a:srgbClr val="1B5FA7"/>
                </a:solidFill>
              </a:rPr>
              <a:t>Comunicaciones</a:t>
            </a:r>
          </a:p>
        </p:txBody>
      </p:sp>
      <p:sp>
        <p:nvSpPr>
          <p:cNvPr id="10" name="imgMarco-D5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1261586" y="1436460"/>
            <a:ext cx="9668828" cy="45375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RedNuse">
            <a:extLst>
              <a:ext uri="{FF2B5EF4-FFF2-40B4-BE49-F238E27FC236}">
                <a16:creationId xmlns:a16="http://schemas.microsoft.com/office/drawing/2014/main" id="{B694459F-E6AB-423D-BE22-56A1D6997128}"/>
              </a:ext>
            </a:extLst>
          </p:cNvPr>
          <p:cNvSpPr txBox="1"/>
          <p:nvPr userDrawn="1"/>
        </p:nvSpPr>
        <p:spPr>
          <a:xfrm>
            <a:off x="5564188" y="1023664"/>
            <a:ext cx="1063625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ES" sz="2000" dirty="0">
                <a:solidFill>
                  <a:srgbClr val="1B5FA7"/>
                </a:solidFill>
                <a:latin typeface="+mn-lt"/>
                <a:cs typeface="Calibri"/>
              </a:rPr>
              <a:t>RED NUSE</a:t>
            </a:r>
          </a:p>
        </p:txBody>
      </p:sp>
      <p:sp>
        <p:nvSpPr>
          <p:cNvPr id="12" name="SerasLoQueCreas">
            <a:extLst>
              <a:ext uri="{FF2B5EF4-FFF2-40B4-BE49-F238E27FC236}">
                <a16:creationId xmlns:a16="http://schemas.microsoft.com/office/drawing/2014/main" id="{CDE79501-472B-4BCF-BD26-56E7A975A4A3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7025718F-76DC-4496-B793-8A250E99DA59}"/>
              </a:ext>
            </a:extLst>
          </p:cNvPr>
          <p:cNvSpPr/>
          <p:nvPr userDrawn="1"/>
        </p:nvSpPr>
        <p:spPr>
          <a:xfrm>
            <a:off x="8142717" y="6209878"/>
            <a:ext cx="140743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ES" sz="1600" dirty="0" err="1">
                <a:solidFill>
                  <a:srgbClr val="7E7E7E"/>
                </a:solidFill>
              </a:rPr>
              <a:t>Zabbix</a:t>
            </a:r>
            <a:endParaRPr lang="es-ES" sz="1600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1175748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-Lef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8" name="I-DisponibilidadEquiposDeComunicaciones">
            <a:extLst>
              <a:ext uri="{FF2B5EF4-FFF2-40B4-BE49-F238E27FC236}">
                <a16:creationId xmlns:a16="http://schemas.microsoft.com/office/drawing/2014/main" id="{0CFE7259-2B22-4FD7-AFFE-A77BB586F801}"/>
              </a:ext>
            </a:extLst>
          </p:cNvPr>
          <p:cNvSpPr txBox="1">
            <a:spLocks noGrp="1"/>
          </p:cNvSpPr>
          <p:nvPr userDrawn="1"/>
        </p:nvSpPr>
        <p:spPr>
          <a:xfrm>
            <a:off x="1064260" y="401320"/>
            <a:ext cx="6920230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s-MX" sz="2800" spc="-10" dirty="0">
                <a:solidFill>
                  <a:srgbClr val="1B5FA7"/>
                </a:solidFill>
              </a:rPr>
              <a:t>I</a:t>
            </a:r>
            <a:r>
              <a:rPr sz="2800" spc="-10" dirty="0">
                <a:solidFill>
                  <a:srgbClr val="1B5FA7"/>
                </a:solidFill>
              </a:rPr>
              <a:t>.Disponibilidad</a:t>
            </a:r>
            <a:r>
              <a:rPr sz="2800" spc="-95" dirty="0">
                <a:solidFill>
                  <a:srgbClr val="1B5FA7"/>
                </a:solidFill>
              </a:rPr>
              <a:t> </a:t>
            </a:r>
            <a:r>
              <a:rPr sz="2800" dirty="0">
                <a:solidFill>
                  <a:srgbClr val="1B5FA7"/>
                </a:solidFill>
              </a:rPr>
              <a:t>Equipos</a:t>
            </a:r>
            <a:r>
              <a:rPr sz="2800" spc="-95" dirty="0">
                <a:solidFill>
                  <a:srgbClr val="1B5FA7"/>
                </a:solidFill>
              </a:rPr>
              <a:t> </a:t>
            </a:r>
            <a:r>
              <a:rPr sz="2800" dirty="0">
                <a:solidFill>
                  <a:srgbClr val="1B5FA7"/>
                </a:solidFill>
              </a:rPr>
              <a:t>de</a:t>
            </a:r>
            <a:r>
              <a:rPr sz="2800" spc="-114" dirty="0">
                <a:solidFill>
                  <a:srgbClr val="1B5FA7"/>
                </a:solidFill>
              </a:rPr>
              <a:t> </a:t>
            </a:r>
            <a:r>
              <a:rPr sz="2800" spc="-10" dirty="0">
                <a:solidFill>
                  <a:srgbClr val="1B5FA7"/>
                </a:solidFill>
              </a:rPr>
              <a:t>Comunicaciones</a:t>
            </a:r>
          </a:p>
        </p:txBody>
      </p:sp>
      <p:sp>
        <p:nvSpPr>
          <p:cNvPr id="10" name="imgMarco-D6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1261586" y="1436460"/>
            <a:ext cx="9668828" cy="45375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RedNuse">
            <a:extLst>
              <a:ext uri="{FF2B5EF4-FFF2-40B4-BE49-F238E27FC236}">
                <a16:creationId xmlns:a16="http://schemas.microsoft.com/office/drawing/2014/main" id="{B694459F-E6AB-423D-BE22-56A1D6997128}"/>
              </a:ext>
            </a:extLst>
          </p:cNvPr>
          <p:cNvSpPr txBox="1"/>
          <p:nvPr userDrawn="1"/>
        </p:nvSpPr>
        <p:spPr>
          <a:xfrm>
            <a:off x="5564188" y="1023664"/>
            <a:ext cx="1063625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ES" sz="2000" dirty="0">
                <a:solidFill>
                  <a:srgbClr val="1B5FA7"/>
                </a:solidFill>
                <a:latin typeface="+mn-lt"/>
                <a:cs typeface="Calibri"/>
              </a:rPr>
              <a:t>RED NUSE</a:t>
            </a:r>
          </a:p>
        </p:txBody>
      </p:sp>
      <p:sp>
        <p:nvSpPr>
          <p:cNvPr id="7" name="SerasLoQueCreas">
            <a:extLst>
              <a:ext uri="{FF2B5EF4-FFF2-40B4-BE49-F238E27FC236}">
                <a16:creationId xmlns:a16="http://schemas.microsoft.com/office/drawing/2014/main" id="{76BF848F-5E20-4420-9B19-DF600CE4C29C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AB7B7BC9-FFBB-4CCF-82BB-FE500DBEDAEE}"/>
              </a:ext>
            </a:extLst>
          </p:cNvPr>
          <p:cNvSpPr/>
          <p:nvPr userDrawn="1"/>
        </p:nvSpPr>
        <p:spPr>
          <a:xfrm>
            <a:off x="8142717" y="6209878"/>
            <a:ext cx="140743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ES" sz="1600" dirty="0" err="1">
                <a:solidFill>
                  <a:srgbClr val="7E7E7E"/>
                </a:solidFill>
              </a:rPr>
              <a:t>Zabbix</a:t>
            </a:r>
            <a:endParaRPr lang="es-ES" sz="1600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387383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-Lef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5" name="T-ReporteSeguridad">
            <a:extLst>
              <a:ext uri="{FF2B5EF4-FFF2-40B4-BE49-F238E27FC236}">
                <a16:creationId xmlns:a16="http://schemas.microsoft.com/office/drawing/2014/main" id="{9931427B-2E74-4A17-B877-27BB68701FB2}"/>
              </a:ext>
            </a:extLst>
          </p:cNvPr>
          <p:cNvSpPr txBox="1">
            <a:spLocks/>
          </p:cNvSpPr>
          <p:nvPr userDrawn="1"/>
        </p:nvSpPr>
        <p:spPr>
          <a:xfrm>
            <a:off x="1022094" y="384680"/>
            <a:ext cx="3743960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800" b="1" i="0" u="none" strike="noStrike" kern="0" cap="none" spc="0" normalizeH="0" baseline="0" noProof="0" dirty="0">
                <a:ln>
                  <a:noFill/>
                </a:ln>
                <a:solidFill>
                  <a:srgbClr val="1B5FA7"/>
                </a:solidFill>
                <a:effectLst/>
                <a:uLnTx/>
                <a:uFillTx/>
                <a:latin typeface="Calibri"/>
                <a:ea typeface="+mj-ea"/>
                <a:cs typeface="Calibri"/>
              </a:rPr>
              <a:t>1.</a:t>
            </a:r>
            <a:r>
              <a:rPr kumimoji="0" lang="es-MX" sz="2800" b="1" i="0" u="none" strike="noStrike" kern="0" cap="none" spc="-70" normalizeH="0" baseline="0" noProof="0" dirty="0">
                <a:ln>
                  <a:noFill/>
                </a:ln>
                <a:solidFill>
                  <a:srgbClr val="1B5FA7"/>
                </a:solidFill>
                <a:effectLst/>
                <a:uLnTx/>
                <a:uFillTx/>
                <a:latin typeface="Calibri"/>
                <a:ea typeface="+mj-ea"/>
                <a:cs typeface="Calibri"/>
              </a:rPr>
              <a:t> </a:t>
            </a:r>
            <a:r>
              <a:rPr kumimoji="0" lang="es-MX" sz="2800" b="1" i="0" u="none" strike="noStrike" kern="0" cap="none" spc="-10" normalizeH="0" baseline="0" noProof="0" dirty="0">
                <a:ln>
                  <a:noFill/>
                </a:ln>
                <a:solidFill>
                  <a:srgbClr val="1B5FA7"/>
                </a:solidFill>
                <a:effectLst/>
                <a:uLnTx/>
                <a:uFillTx/>
                <a:latin typeface="Calibri"/>
                <a:ea typeface="+mj-ea"/>
                <a:cs typeface="Calibri"/>
              </a:rPr>
              <a:t>Reporte</a:t>
            </a:r>
            <a:r>
              <a:rPr kumimoji="0" lang="es-MX" sz="2800" b="1" i="0" u="none" strike="noStrike" kern="0" cap="none" spc="-70" normalizeH="0" baseline="0" noProof="0" dirty="0">
                <a:ln>
                  <a:noFill/>
                </a:ln>
                <a:solidFill>
                  <a:srgbClr val="1B5FA7"/>
                </a:solidFill>
                <a:effectLst/>
                <a:uLnTx/>
                <a:uFillTx/>
                <a:latin typeface="Calibri"/>
                <a:ea typeface="+mj-ea"/>
                <a:cs typeface="Calibri"/>
              </a:rPr>
              <a:t> </a:t>
            </a:r>
            <a:r>
              <a:rPr kumimoji="0" lang="es-MX" sz="2800" b="1" i="0" u="none" strike="noStrike" kern="0" cap="none" spc="0" normalizeH="0" baseline="0" noProof="0" dirty="0">
                <a:ln>
                  <a:noFill/>
                </a:ln>
                <a:solidFill>
                  <a:srgbClr val="1B5FA7"/>
                </a:solidFill>
                <a:effectLst/>
                <a:uLnTx/>
                <a:uFillTx/>
                <a:latin typeface="Calibri"/>
                <a:ea typeface="+mj-ea"/>
                <a:cs typeface="Calibri"/>
              </a:rPr>
              <a:t>de</a:t>
            </a:r>
            <a:r>
              <a:rPr kumimoji="0" lang="es-MX" sz="2800" b="1" i="0" u="none" strike="noStrike" kern="0" cap="none" spc="-70" normalizeH="0" baseline="0" noProof="0" dirty="0">
                <a:ln>
                  <a:noFill/>
                </a:ln>
                <a:solidFill>
                  <a:srgbClr val="1B5FA7"/>
                </a:solidFill>
                <a:effectLst/>
                <a:uLnTx/>
                <a:uFillTx/>
                <a:latin typeface="Calibri"/>
                <a:ea typeface="+mj-ea"/>
                <a:cs typeface="Calibri"/>
              </a:rPr>
              <a:t> </a:t>
            </a:r>
            <a:r>
              <a:rPr kumimoji="0" lang="es-MX" sz="2800" b="1" i="0" u="none" strike="noStrike" kern="0" cap="none" spc="-10" normalizeH="0" baseline="0" noProof="0" dirty="0">
                <a:ln>
                  <a:noFill/>
                </a:ln>
                <a:solidFill>
                  <a:srgbClr val="1B5FA7"/>
                </a:solidFill>
                <a:effectLst/>
                <a:uLnTx/>
                <a:uFillTx/>
                <a:latin typeface="Calibri"/>
                <a:ea typeface="+mj-ea"/>
                <a:cs typeface="Calibri"/>
              </a:rPr>
              <a:t>Seguridad</a:t>
            </a:r>
          </a:p>
        </p:txBody>
      </p:sp>
      <p:sp>
        <p:nvSpPr>
          <p:cNvPr id="2" name="Img-SonicWall-D7">
            <a:extLst>
              <a:ext uri="{FF2B5EF4-FFF2-40B4-BE49-F238E27FC236}">
                <a16:creationId xmlns:a16="http://schemas.microsoft.com/office/drawing/2014/main" id="{E5D0F55D-0C98-453F-B35C-DF86935ABA23}"/>
              </a:ext>
            </a:extLst>
          </p:cNvPr>
          <p:cNvSpPr/>
          <p:nvPr userDrawn="1"/>
        </p:nvSpPr>
        <p:spPr>
          <a:xfrm>
            <a:off x="1055687" y="1016000"/>
            <a:ext cx="5638411" cy="497156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SerasLoQueCreas">
            <a:extLst>
              <a:ext uri="{FF2B5EF4-FFF2-40B4-BE49-F238E27FC236}">
                <a16:creationId xmlns:a16="http://schemas.microsoft.com/office/drawing/2014/main" id="{6F6BC878-F682-4F7E-9FF6-D924CC40BFAD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50546CA-8EAA-4F0D-AD42-8AD7D53A0BF4}"/>
              </a:ext>
            </a:extLst>
          </p:cNvPr>
          <p:cNvSpPr/>
          <p:nvPr userDrawn="1"/>
        </p:nvSpPr>
        <p:spPr>
          <a:xfrm>
            <a:off x="8134091" y="6209878"/>
            <a:ext cx="301807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600" u="none" dirty="0">
                <a:solidFill>
                  <a:srgbClr val="7E7E7E"/>
                </a:solidFill>
              </a:rPr>
              <a:t>Fuente: Capture Client - </a:t>
            </a:r>
            <a:r>
              <a:rPr lang="es-ES" sz="1600" u="none" dirty="0" err="1">
                <a:solidFill>
                  <a:srgbClr val="7E7E7E"/>
                </a:solidFill>
              </a:rPr>
              <a:t>SonicWall</a:t>
            </a:r>
            <a:endParaRPr lang="es-ES" sz="1600" u="none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4457026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pos="665" userDrawn="1">
          <p15:clr>
            <a:srgbClr val="FBAE40"/>
          </p15:clr>
        </p15:guide>
        <p15:guide id="3" pos="7015" userDrawn="1">
          <p15:clr>
            <a:srgbClr val="FBAE40"/>
          </p15:clr>
        </p15:guide>
        <p15:guide id="4" orient="horz" pos="640" userDrawn="1">
          <p15:clr>
            <a:srgbClr val="FBAE40"/>
          </p15:clr>
        </p15:guide>
        <p15:guide id="5" orient="horz" pos="3974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-Lef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8" name="2-DisponibilidadInterfacesVPN">
            <a:extLst>
              <a:ext uri="{FF2B5EF4-FFF2-40B4-BE49-F238E27FC236}">
                <a16:creationId xmlns:a16="http://schemas.microsoft.com/office/drawing/2014/main" id="{0CFE7259-2B22-4FD7-AFFE-A77BB586F801}"/>
              </a:ext>
            </a:extLst>
          </p:cNvPr>
          <p:cNvSpPr txBox="1">
            <a:spLocks noGrp="1"/>
          </p:cNvSpPr>
          <p:nvPr userDrawn="1"/>
        </p:nvSpPr>
        <p:spPr>
          <a:xfrm>
            <a:off x="1064259" y="401320"/>
            <a:ext cx="7710463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s-MX" sz="2800" b="1" i="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2</a:t>
            </a:r>
            <a:r>
              <a:rPr lang="es-ES" sz="2800" b="1" i="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.</a:t>
            </a:r>
            <a:r>
              <a:rPr lang="es-ES" sz="2800" b="1" i="0" spc="-85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es-ES" sz="2800" b="1" i="0" spc="-1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Disponibilidad</a:t>
            </a:r>
            <a:r>
              <a:rPr lang="es-ES" sz="2800" b="1" i="0" spc="-6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es-ES" sz="2800" b="1" i="0" spc="-2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Interfaces</a:t>
            </a:r>
            <a:r>
              <a:rPr lang="es-ES" sz="2800" b="1" i="0" spc="-85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es-ES" sz="2800" b="1" i="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y</a:t>
            </a:r>
            <a:r>
              <a:rPr lang="es-ES" sz="2800" b="1" i="0" spc="-75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es-ES" sz="2800" b="1" i="0" spc="-25" dirty="0" err="1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VPN’s</a:t>
            </a:r>
            <a:r>
              <a:rPr lang="es-ES" sz="2800" b="1" i="0" spc="-7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es-ES" sz="2800" b="1" i="0" spc="-1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Operación</a:t>
            </a:r>
            <a:r>
              <a:rPr lang="es-ES" sz="2800" b="1" i="0" spc="-85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es-ES" sz="2800" b="1" i="0" spc="-2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NUSE</a:t>
            </a:r>
            <a:endParaRPr sz="2800" spc="-10" dirty="0"/>
          </a:p>
        </p:txBody>
      </p:sp>
      <p:sp>
        <p:nvSpPr>
          <p:cNvPr id="10" name="Img-ServidorRadiosAPL-D8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1261586" y="1436460"/>
            <a:ext cx="9668828" cy="45375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ServidoresApl">
            <a:extLst>
              <a:ext uri="{FF2B5EF4-FFF2-40B4-BE49-F238E27FC236}">
                <a16:creationId xmlns:a16="http://schemas.microsoft.com/office/drawing/2014/main" id="{B694459F-E6AB-423D-BE22-56A1D6997128}"/>
              </a:ext>
            </a:extLst>
          </p:cNvPr>
          <p:cNvSpPr txBox="1"/>
          <p:nvPr userDrawn="1"/>
        </p:nvSpPr>
        <p:spPr>
          <a:xfrm>
            <a:off x="4929982" y="935744"/>
            <a:ext cx="2332037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ES" sz="2000" dirty="0">
                <a:solidFill>
                  <a:srgbClr val="1B5FA7"/>
                </a:solidFill>
                <a:latin typeface="+mn-lt"/>
                <a:cs typeface="Calibri"/>
              </a:rPr>
              <a:t>Servidor Radios </a:t>
            </a:r>
            <a:r>
              <a:rPr lang="es-ES" sz="2000" dirty="0" err="1">
                <a:solidFill>
                  <a:srgbClr val="1B5FA7"/>
                </a:solidFill>
                <a:latin typeface="+mn-lt"/>
                <a:cs typeface="Calibri"/>
              </a:rPr>
              <a:t>APL’s</a:t>
            </a:r>
            <a:endParaRPr lang="es-ES" sz="2000" dirty="0">
              <a:solidFill>
                <a:srgbClr val="1B5FA7"/>
              </a:solidFill>
              <a:latin typeface="+mn-lt"/>
              <a:cs typeface="Calibri"/>
            </a:endParaRPr>
          </a:p>
        </p:txBody>
      </p:sp>
      <p:sp>
        <p:nvSpPr>
          <p:cNvPr id="7" name="SerasLoQueCreas">
            <a:extLst>
              <a:ext uri="{FF2B5EF4-FFF2-40B4-BE49-F238E27FC236}">
                <a16:creationId xmlns:a16="http://schemas.microsoft.com/office/drawing/2014/main" id="{88D0168D-F0EA-4AE0-9B30-D0F1DCD8CE32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2B6288B-357B-43E1-9E68-E67F373D026F}"/>
              </a:ext>
            </a:extLst>
          </p:cNvPr>
          <p:cNvSpPr/>
          <p:nvPr userDrawn="1"/>
        </p:nvSpPr>
        <p:spPr>
          <a:xfrm>
            <a:off x="8142717" y="6209878"/>
            <a:ext cx="140743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ES" sz="1600" dirty="0" err="1">
                <a:solidFill>
                  <a:srgbClr val="7E7E7E"/>
                </a:solidFill>
              </a:rPr>
              <a:t>Zabbix</a:t>
            </a:r>
            <a:endParaRPr lang="es-ES" sz="1600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18221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  <p15:guide id="4" orient="horz" pos="754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D-Lef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8" name="2-DisponibilidadInterfacesVPN">
            <a:extLst>
              <a:ext uri="{FF2B5EF4-FFF2-40B4-BE49-F238E27FC236}">
                <a16:creationId xmlns:a16="http://schemas.microsoft.com/office/drawing/2014/main" id="{0CFE7259-2B22-4FD7-AFFE-A77BB586F801}"/>
              </a:ext>
            </a:extLst>
          </p:cNvPr>
          <p:cNvSpPr txBox="1">
            <a:spLocks noGrp="1"/>
          </p:cNvSpPr>
          <p:nvPr userDrawn="1"/>
        </p:nvSpPr>
        <p:spPr>
          <a:xfrm>
            <a:off x="1064259" y="401320"/>
            <a:ext cx="7710463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s-MX" sz="2800" b="1" i="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2</a:t>
            </a:r>
            <a:r>
              <a:rPr lang="es-ES" sz="2800" b="1" i="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.</a:t>
            </a:r>
            <a:r>
              <a:rPr lang="es-ES" sz="2800" b="1" i="0" spc="-85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es-ES" sz="2800" b="1" i="0" spc="-1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Disponibilidad</a:t>
            </a:r>
            <a:r>
              <a:rPr lang="es-ES" sz="2800" b="1" i="0" spc="-6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es-ES" sz="2800" b="1" i="0" spc="-2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Interfaces</a:t>
            </a:r>
            <a:r>
              <a:rPr lang="es-ES" sz="2800" b="1" i="0" spc="-85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es-ES" sz="2800" b="1" i="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y</a:t>
            </a:r>
            <a:r>
              <a:rPr lang="es-ES" sz="2800" b="1" i="0" spc="-75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es-ES" sz="2800" b="1" i="0" spc="-25" dirty="0" err="1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VPN’s</a:t>
            </a:r>
            <a:r>
              <a:rPr lang="es-ES" sz="2800" b="1" i="0" spc="-7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es-ES" sz="2800" b="1" i="0" spc="-1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Operación</a:t>
            </a:r>
            <a:r>
              <a:rPr lang="es-ES" sz="2800" b="1" i="0" spc="-85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es-ES" sz="2800" b="1" i="0" spc="-2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NUSE</a:t>
            </a:r>
            <a:endParaRPr sz="2800" spc="-10" dirty="0"/>
          </a:p>
        </p:txBody>
      </p:sp>
      <p:sp>
        <p:nvSpPr>
          <p:cNvPr id="10" name="img-Marco-D9-1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1198685" y="1436460"/>
            <a:ext cx="4834414" cy="45375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SiteToSite">
            <a:extLst>
              <a:ext uri="{FF2B5EF4-FFF2-40B4-BE49-F238E27FC236}">
                <a16:creationId xmlns:a16="http://schemas.microsoft.com/office/drawing/2014/main" id="{B694459F-E6AB-423D-BE22-56A1D6997128}"/>
              </a:ext>
            </a:extLst>
          </p:cNvPr>
          <p:cNvSpPr txBox="1"/>
          <p:nvPr userDrawn="1"/>
        </p:nvSpPr>
        <p:spPr>
          <a:xfrm>
            <a:off x="5158368" y="1023664"/>
            <a:ext cx="1875264" cy="22544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1435" marR="2540" indent="-43815" algn="ctr">
              <a:lnSpc>
                <a:spcPts val="1467"/>
              </a:lnSpc>
              <a:spcBef>
                <a:spcPts val="306"/>
              </a:spcBef>
              <a:defRPr/>
            </a:pPr>
            <a:r>
              <a:rPr lang="es-CO" sz="2000" noProof="0" dirty="0">
                <a:solidFill>
                  <a:srgbClr val="1B5FA7"/>
                </a:solidFill>
                <a:latin typeface="+mn-lt"/>
              </a:rPr>
              <a:t>VPN SITE TO SITE</a:t>
            </a:r>
          </a:p>
        </p:txBody>
      </p:sp>
      <p:sp>
        <p:nvSpPr>
          <p:cNvPr id="7" name="SerasLoQueCreas">
            <a:extLst>
              <a:ext uri="{FF2B5EF4-FFF2-40B4-BE49-F238E27FC236}">
                <a16:creationId xmlns:a16="http://schemas.microsoft.com/office/drawing/2014/main" id="{88D0168D-F0EA-4AE0-9B30-D0F1DCD8CE32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9" name="img-Marco-D9-2">
            <a:extLst>
              <a:ext uri="{FF2B5EF4-FFF2-40B4-BE49-F238E27FC236}">
                <a16:creationId xmlns:a16="http://schemas.microsoft.com/office/drawing/2014/main" id="{C9A1605E-595A-4128-9CED-47C58E3C5F9F}"/>
              </a:ext>
            </a:extLst>
          </p:cNvPr>
          <p:cNvSpPr/>
          <p:nvPr userDrawn="1"/>
        </p:nvSpPr>
        <p:spPr>
          <a:xfrm>
            <a:off x="6158902" y="1436460"/>
            <a:ext cx="4834414" cy="45375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D7F8B1EC-F759-462B-9796-0B8739F01498}"/>
              </a:ext>
            </a:extLst>
          </p:cNvPr>
          <p:cNvSpPr/>
          <p:nvPr userDrawn="1"/>
        </p:nvSpPr>
        <p:spPr>
          <a:xfrm>
            <a:off x="8142717" y="6209878"/>
            <a:ext cx="140743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ES" sz="1600" dirty="0" err="1">
                <a:solidFill>
                  <a:srgbClr val="7E7E7E"/>
                </a:solidFill>
              </a:rPr>
              <a:t>Zabbix</a:t>
            </a:r>
            <a:endParaRPr lang="es-ES" sz="1600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023224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  <p15:guide id="4" orient="horz" pos="754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D-Lef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8" name="2-DisponibilidadInterfacesVPN">
            <a:extLst>
              <a:ext uri="{FF2B5EF4-FFF2-40B4-BE49-F238E27FC236}">
                <a16:creationId xmlns:a16="http://schemas.microsoft.com/office/drawing/2014/main" id="{0CFE7259-2B22-4FD7-AFFE-A77BB586F801}"/>
              </a:ext>
            </a:extLst>
          </p:cNvPr>
          <p:cNvSpPr txBox="1">
            <a:spLocks noGrp="1"/>
          </p:cNvSpPr>
          <p:nvPr userDrawn="1"/>
        </p:nvSpPr>
        <p:spPr>
          <a:xfrm>
            <a:off x="1064259" y="401320"/>
            <a:ext cx="7710463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s-MX" sz="2800" b="1" i="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2</a:t>
            </a:r>
            <a:r>
              <a:rPr lang="es-ES" sz="2800" b="1" i="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.</a:t>
            </a:r>
            <a:r>
              <a:rPr lang="es-ES" sz="2800" b="1" i="0" spc="-85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es-ES" sz="2800" b="1" i="0" spc="-1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Disponibilidad</a:t>
            </a:r>
            <a:r>
              <a:rPr lang="es-ES" sz="2800" b="1" i="0" spc="-6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es-ES" sz="2800" b="1" i="0" spc="-2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Interfaces</a:t>
            </a:r>
            <a:r>
              <a:rPr lang="es-ES" sz="2800" b="1" i="0" spc="-85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es-ES" sz="2800" b="1" i="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y</a:t>
            </a:r>
            <a:r>
              <a:rPr lang="es-ES" sz="2800" b="1" i="0" spc="-75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es-ES" sz="2800" b="1" i="0" spc="-25" dirty="0" err="1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VPN’s</a:t>
            </a:r>
            <a:r>
              <a:rPr lang="es-ES" sz="2800" b="1" i="0" spc="-7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es-ES" sz="2800" b="1" i="0" spc="-1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Operación</a:t>
            </a:r>
            <a:r>
              <a:rPr lang="es-ES" sz="2800" b="1" i="0" spc="-85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es-ES" sz="2800" b="1" i="0" spc="-20" dirty="0">
                <a:solidFill>
                  <a:srgbClr val="1B5FA7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NUSE</a:t>
            </a:r>
            <a:endParaRPr sz="2800" spc="-10" dirty="0"/>
          </a:p>
        </p:txBody>
      </p:sp>
      <p:sp>
        <p:nvSpPr>
          <p:cNvPr id="10" name="img-Marco-D10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1261586" y="1436460"/>
            <a:ext cx="9668828" cy="45375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Radios">
            <a:extLst>
              <a:ext uri="{FF2B5EF4-FFF2-40B4-BE49-F238E27FC236}">
                <a16:creationId xmlns:a16="http://schemas.microsoft.com/office/drawing/2014/main" id="{B694459F-E6AB-423D-BE22-56A1D6997128}"/>
              </a:ext>
            </a:extLst>
          </p:cNvPr>
          <p:cNvSpPr txBox="1"/>
          <p:nvPr userDrawn="1"/>
        </p:nvSpPr>
        <p:spPr>
          <a:xfrm>
            <a:off x="5663819" y="935744"/>
            <a:ext cx="864362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s-ES" sz="2000" dirty="0">
                <a:solidFill>
                  <a:srgbClr val="1B5FA7"/>
                </a:solidFill>
                <a:latin typeface="+mn-lt"/>
                <a:cs typeface="Calibri"/>
              </a:rPr>
              <a:t>RADIOS</a:t>
            </a:r>
          </a:p>
        </p:txBody>
      </p:sp>
      <p:sp>
        <p:nvSpPr>
          <p:cNvPr id="7" name="SerasLoQueCreas">
            <a:extLst>
              <a:ext uri="{FF2B5EF4-FFF2-40B4-BE49-F238E27FC236}">
                <a16:creationId xmlns:a16="http://schemas.microsoft.com/office/drawing/2014/main" id="{88D0168D-F0EA-4AE0-9B30-D0F1DCD8CE32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FE5F849-568C-4696-88BA-A212182757C6}"/>
              </a:ext>
            </a:extLst>
          </p:cNvPr>
          <p:cNvSpPr/>
          <p:nvPr userDrawn="1"/>
        </p:nvSpPr>
        <p:spPr>
          <a:xfrm>
            <a:off x="8142717" y="6209878"/>
            <a:ext cx="140743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ES" sz="1600" dirty="0" err="1">
                <a:solidFill>
                  <a:srgbClr val="7E7E7E"/>
                </a:solidFill>
              </a:rPr>
              <a:t>Zabbix</a:t>
            </a:r>
            <a:endParaRPr lang="es-ES" sz="1600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430155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  <p15:guide id="4" orient="horz" pos="75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D-Lef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10" name="img-Marco-D11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1261586" y="1436460"/>
            <a:ext cx="9668828" cy="45375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RedNuseVesta">
            <a:extLst>
              <a:ext uri="{FF2B5EF4-FFF2-40B4-BE49-F238E27FC236}">
                <a16:creationId xmlns:a16="http://schemas.microsoft.com/office/drawing/2014/main" id="{B694459F-E6AB-423D-BE22-56A1D6997128}"/>
              </a:ext>
            </a:extLst>
          </p:cNvPr>
          <p:cNvSpPr txBox="1"/>
          <p:nvPr userDrawn="1"/>
        </p:nvSpPr>
        <p:spPr>
          <a:xfrm>
            <a:off x="5158154" y="935744"/>
            <a:ext cx="1875692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sz="2000" noProof="0" dirty="0">
                <a:solidFill>
                  <a:srgbClr val="1B5FA7"/>
                </a:solidFill>
                <a:latin typeface="+mn-lt"/>
              </a:rPr>
              <a:t>RED NUSE-VESTA</a:t>
            </a:r>
          </a:p>
        </p:txBody>
      </p:sp>
      <p:sp>
        <p:nvSpPr>
          <p:cNvPr id="7" name="SerasLoQueCreas">
            <a:extLst>
              <a:ext uri="{FF2B5EF4-FFF2-40B4-BE49-F238E27FC236}">
                <a16:creationId xmlns:a16="http://schemas.microsoft.com/office/drawing/2014/main" id="{88D0168D-F0EA-4AE0-9B30-D0F1DCD8CE32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12" name="3-DisponibilidadEnlacesFibraOscura">
            <a:extLst>
              <a:ext uri="{FF2B5EF4-FFF2-40B4-BE49-F238E27FC236}">
                <a16:creationId xmlns:a16="http://schemas.microsoft.com/office/drawing/2014/main" id="{7A89ABA6-E602-47DA-9991-9771F890B97E}"/>
              </a:ext>
            </a:extLst>
          </p:cNvPr>
          <p:cNvSpPr txBox="1">
            <a:spLocks noGrp="1"/>
          </p:cNvSpPr>
          <p:nvPr userDrawn="1"/>
        </p:nvSpPr>
        <p:spPr>
          <a:xfrm>
            <a:off x="1055688" y="377182"/>
            <a:ext cx="5785485" cy="47370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s-MX" spc="-10" dirty="0">
                <a:solidFill>
                  <a:srgbClr val="1B5FA7"/>
                </a:solidFill>
              </a:rPr>
              <a:t>3</a:t>
            </a:r>
            <a:r>
              <a:rPr spc="-10" dirty="0">
                <a:solidFill>
                  <a:srgbClr val="1B5FA7"/>
                </a:solidFill>
              </a:rPr>
              <a:t>.Disponibilidad</a:t>
            </a:r>
            <a:r>
              <a:rPr spc="-110" dirty="0">
                <a:solidFill>
                  <a:srgbClr val="1B5FA7"/>
                </a:solidFill>
              </a:rPr>
              <a:t> </a:t>
            </a:r>
            <a:r>
              <a:rPr dirty="0">
                <a:solidFill>
                  <a:srgbClr val="1B5FA7"/>
                </a:solidFill>
              </a:rPr>
              <a:t>Enlaces</a:t>
            </a:r>
            <a:r>
              <a:rPr spc="-114" dirty="0">
                <a:solidFill>
                  <a:srgbClr val="1B5FA7"/>
                </a:solidFill>
              </a:rPr>
              <a:t> </a:t>
            </a:r>
            <a:r>
              <a:rPr dirty="0">
                <a:solidFill>
                  <a:srgbClr val="1B5FA7"/>
                </a:solidFill>
              </a:rPr>
              <a:t>Fibra</a:t>
            </a:r>
            <a:r>
              <a:rPr spc="-120" dirty="0">
                <a:solidFill>
                  <a:srgbClr val="1B5FA7"/>
                </a:solidFill>
              </a:rPr>
              <a:t> </a:t>
            </a:r>
            <a:r>
              <a:rPr spc="-10" dirty="0">
                <a:solidFill>
                  <a:srgbClr val="1B5FA7"/>
                </a:solidFill>
              </a:rPr>
              <a:t>Oscura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E22ABC5-7931-429F-94DB-ED58A6CE8A43}"/>
              </a:ext>
            </a:extLst>
          </p:cNvPr>
          <p:cNvSpPr/>
          <p:nvPr userDrawn="1"/>
        </p:nvSpPr>
        <p:spPr>
          <a:xfrm>
            <a:off x="8142717" y="6209878"/>
            <a:ext cx="241373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ES" sz="1600" dirty="0" err="1">
                <a:solidFill>
                  <a:srgbClr val="7E7E7E"/>
                </a:solidFill>
              </a:rPr>
              <a:t>Zabbix</a:t>
            </a:r>
            <a:r>
              <a:rPr lang="es-ES" sz="1600" dirty="0">
                <a:solidFill>
                  <a:srgbClr val="7E7E7E"/>
                </a:solidFill>
              </a:rPr>
              <a:t> - e-Monitor</a:t>
            </a:r>
          </a:p>
        </p:txBody>
      </p:sp>
    </p:spTree>
    <p:extLst>
      <p:ext uri="{BB962C8B-B14F-4D97-AF65-F5344CB8AC3E}">
        <p14:creationId xmlns:p14="http://schemas.microsoft.com/office/powerpoint/2010/main" val="310360320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  <p15:guide id="4" orient="horz" pos="75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D-Lef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10" name="img-Marco-D12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1261586" y="1436460"/>
            <a:ext cx="9668828" cy="45375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RedNuse-12">
            <a:extLst>
              <a:ext uri="{FF2B5EF4-FFF2-40B4-BE49-F238E27FC236}">
                <a16:creationId xmlns:a16="http://schemas.microsoft.com/office/drawing/2014/main" id="{B694459F-E6AB-423D-BE22-56A1D6997128}"/>
              </a:ext>
            </a:extLst>
          </p:cNvPr>
          <p:cNvSpPr txBox="1"/>
          <p:nvPr userDrawn="1"/>
        </p:nvSpPr>
        <p:spPr>
          <a:xfrm>
            <a:off x="5545015" y="935744"/>
            <a:ext cx="1101970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sz="2000" noProof="0" dirty="0">
                <a:solidFill>
                  <a:srgbClr val="1B5FA7"/>
                </a:solidFill>
                <a:latin typeface="+mn-lt"/>
              </a:rPr>
              <a:t>RED NUSE</a:t>
            </a:r>
          </a:p>
        </p:txBody>
      </p:sp>
      <p:sp>
        <p:nvSpPr>
          <p:cNvPr id="7" name="SerasLoQueCreas">
            <a:extLst>
              <a:ext uri="{FF2B5EF4-FFF2-40B4-BE49-F238E27FC236}">
                <a16:creationId xmlns:a16="http://schemas.microsoft.com/office/drawing/2014/main" id="{88D0168D-F0EA-4AE0-9B30-D0F1DCD8CE32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12" name="3-DisponibilidadEnlacesFibraOscura">
            <a:extLst>
              <a:ext uri="{FF2B5EF4-FFF2-40B4-BE49-F238E27FC236}">
                <a16:creationId xmlns:a16="http://schemas.microsoft.com/office/drawing/2014/main" id="{7A89ABA6-E602-47DA-9991-9771F890B97E}"/>
              </a:ext>
            </a:extLst>
          </p:cNvPr>
          <p:cNvSpPr txBox="1">
            <a:spLocks noGrp="1"/>
          </p:cNvSpPr>
          <p:nvPr userDrawn="1"/>
        </p:nvSpPr>
        <p:spPr>
          <a:xfrm>
            <a:off x="1055688" y="377182"/>
            <a:ext cx="5785485" cy="47370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s-MX" spc="-10" dirty="0">
                <a:solidFill>
                  <a:srgbClr val="1B5FA7"/>
                </a:solidFill>
              </a:rPr>
              <a:t>3</a:t>
            </a:r>
            <a:r>
              <a:rPr spc="-10" dirty="0">
                <a:solidFill>
                  <a:srgbClr val="1B5FA7"/>
                </a:solidFill>
              </a:rPr>
              <a:t>.Disponibilidad</a:t>
            </a:r>
            <a:r>
              <a:rPr spc="-110" dirty="0">
                <a:solidFill>
                  <a:srgbClr val="1B5FA7"/>
                </a:solidFill>
              </a:rPr>
              <a:t> </a:t>
            </a:r>
            <a:r>
              <a:rPr dirty="0">
                <a:solidFill>
                  <a:srgbClr val="1B5FA7"/>
                </a:solidFill>
              </a:rPr>
              <a:t>Enlaces</a:t>
            </a:r>
            <a:r>
              <a:rPr spc="-114" dirty="0">
                <a:solidFill>
                  <a:srgbClr val="1B5FA7"/>
                </a:solidFill>
              </a:rPr>
              <a:t> </a:t>
            </a:r>
            <a:r>
              <a:rPr dirty="0">
                <a:solidFill>
                  <a:srgbClr val="1B5FA7"/>
                </a:solidFill>
              </a:rPr>
              <a:t>Fibra</a:t>
            </a:r>
            <a:r>
              <a:rPr spc="-120" dirty="0">
                <a:solidFill>
                  <a:srgbClr val="1B5FA7"/>
                </a:solidFill>
              </a:rPr>
              <a:t> </a:t>
            </a:r>
            <a:r>
              <a:rPr spc="-10" dirty="0">
                <a:solidFill>
                  <a:srgbClr val="1B5FA7"/>
                </a:solidFill>
              </a:rPr>
              <a:t>Oscura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C63AE7B-9684-4EBC-BAC0-DB3D03E0FF17}"/>
              </a:ext>
            </a:extLst>
          </p:cNvPr>
          <p:cNvSpPr/>
          <p:nvPr userDrawn="1"/>
        </p:nvSpPr>
        <p:spPr>
          <a:xfrm>
            <a:off x="8142717" y="6209878"/>
            <a:ext cx="140743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ES" sz="1600" dirty="0" err="1">
                <a:solidFill>
                  <a:srgbClr val="7E7E7E"/>
                </a:solidFill>
              </a:rPr>
              <a:t>Zabbix</a:t>
            </a:r>
            <a:endParaRPr lang="es-ES" sz="1600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881103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  <p15:guide id="4" orient="horz" pos="75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D-Lef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10" name="img-Marco-D13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1261586" y="1436460"/>
            <a:ext cx="9668828" cy="45375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RedNuse-13">
            <a:extLst>
              <a:ext uri="{FF2B5EF4-FFF2-40B4-BE49-F238E27FC236}">
                <a16:creationId xmlns:a16="http://schemas.microsoft.com/office/drawing/2014/main" id="{B694459F-E6AB-423D-BE22-56A1D6997128}"/>
              </a:ext>
            </a:extLst>
          </p:cNvPr>
          <p:cNvSpPr txBox="1"/>
          <p:nvPr userDrawn="1"/>
        </p:nvSpPr>
        <p:spPr>
          <a:xfrm>
            <a:off x="5492262" y="935744"/>
            <a:ext cx="1207476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sz="2000" noProof="0" dirty="0">
                <a:solidFill>
                  <a:srgbClr val="1B5FA7"/>
                </a:solidFill>
                <a:latin typeface="+mn-lt"/>
              </a:rPr>
              <a:t>RED NUSE</a:t>
            </a:r>
          </a:p>
        </p:txBody>
      </p:sp>
      <p:sp>
        <p:nvSpPr>
          <p:cNvPr id="7" name="SerasLoQueCreas">
            <a:extLst>
              <a:ext uri="{FF2B5EF4-FFF2-40B4-BE49-F238E27FC236}">
                <a16:creationId xmlns:a16="http://schemas.microsoft.com/office/drawing/2014/main" id="{88D0168D-F0EA-4AE0-9B30-D0F1DCD8CE32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12" name="3-DisponibilidadEnlacesFibraOscura">
            <a:extLst>
              <a:ext uri="{FF2B5EF4-FFF2-40B4-BE49-F238E27FC236}">
                <a16:creationId xmlns:a16="http://schemas.microsoft.com/office/drawing/2014/main" id="{7A89ABA6-E602-47DA-9991-9771F890B97E}"/>
              </a:ext>
            </a:extLst>
          </p:cNvPr>
          <p:cNvSpPr txBox="1">
            <a:spLocks noGrp="1"/>
          </p:cNvSpPr>
          <p:nvPr userDrawn="1"/>
        </p:nvSpPr>
        <p:spPr>
          <a:xfrm>
            <a:off x="1055688" y="377182"/>
            <a:ext cx="5785485" cy="47370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s-MX" spc="-10" dirty="0">
                <a:solidFill>
                  <a:srgbClr val="1B5FA7"/>
                </a:solidFill>
              </a:rPr>
              <a:t>3</a:t>
            </a:r>
            <a:r>
              <a:rPr spc="-10" dirty="0">
                <a:solidFill>
                  <a:srgbClr val="1B5FA7"/>
                </a:solidFill>
              </a:rPr>
              <a:t>.Disponibilidad</a:t>
            </a:r>
            <a:r>
              <a:rPr spc="-110" dirty="0">
                <a:solidFill>
                  <a:srgbClr val="1B5FA7"/>
                </a:solidFill>
              </a:rPr>
              <a:t> </a:t>
            </a:r>
            <a:r>
              <a:rPr dirty="0">
                <a:solidFill>
                  <a:srgbClr val="1B5FA7"/>
                </a:solidFill>
              </a:rPr>
              <a:t>Enlaces</a:t>
            </a:r>
            <a:r>
              <a:rPr spc="-114" dirty="0">
                <a:solidFill>
                  <a:srgbClr val="1B5FA7"/>
                </a:solidFill>
              </a:rPr>
              <a:t> </a:t>
            </a:r>
            <a:r>
              <a:rPr dirty="0">
                <a:solidFill>
                  <a:srgbClr val="1B5FA7"/>
                </a:solidFill>
              </a:rPr>
              <a:t>Fibra</a:t>
            </a:r>
            <a:r>
              <a:rPr spc="-120" dirty="0">
                <a:solidFill>
                  <a:srgbClr val="1B5FA7"/>
                </a:solidFill>
              </a:rPr>
              <a:t> </a:t>
            </a:r>
            <a:r>
              <a:rPr spc="-10" dirty="0">
                <a:solidFill>
                  <a:srgbClr val="1B5FA7"/>
                </a:solidFill>
              </a:rPr>
              <a:t>Oscura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370463D-B8B5-44B5-9FDB-F68C47429275}"/>
              </a:ext>
            </a:extLst>
          </p:cNvPr>
          <p:cNvSpPr/>
          <p:nvPr userDrawn="1"/>
        </p:nvSpPr>
        <p:spPr>
          <a:xfrm>
            <a:off x="8142717" y="6209878"/>
            <a:ext cx="140743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ES" sz="1600" dirty="0" err="1">
                <a:solidFill>
                  <a:srgbClr val="7E7E7E"/>
                </a:solidFill>
              </a:rPr>
              <a:t>Zabbix</a:t>
            </a:r>
            <a:endParaRPr lang="es-ES" sz="1600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90776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  <p15:guide id="4" orient="horz" pos="754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D-Lef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10" name="img-Marco-D14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3231154" y="1896427"/>
            <a:ext cx="5729692" cy="306514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RedNuse-14">
            <a:extLst>
              <a:ext uri="{FF2B5EF4-FFF2-40B4-BE49-F238E27FC236}">
                <a16:creationId xmlns:a16="http://schemas.microsoft.com/office/drawing/2014/main" id="{B694459F-E6AB-423D-BE22-56A1D6997128}"/>
              </a:ext>
            </a:extLst>
          </p:cNvPr>
          <p:cNvSpPr txBox="1"/>
          <p:nvPr userDrawn="1"/>
        </p:nvSpPr>
        <p:spPr>
          <a:xfrm>
            <a:off x="4848225" y="935744"/>
            <a:ext cx="2495550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ES" sz="2000" dirty="0">
                <a:solidFill>
                  <a:srgbClr val="1B5FA7"/>
                </a:solidFill>
                <a:latin typeface="+mn-lt"/>
                <a:cs typeface="Calibri"/>
              </a:rPr>
              <a:t>Servidores</a:t>
            </a:r>
            <a:r>
              <a:rPr lang="es-ES" sz="2000" spc="-70" dirty="0">
                <a:solidFill>
                  <a:srgbClr val="1B5FA7"/>
                </a:solidFill>
                <a:latin typeface="+mn-lt"/>
                <a:cs typeface="Calibri"/>
              </a:rPr>
              <a:t> </a:t>
            </a:r>
            <a:r>
              <a:rPr lang="es-ES" sz="2000" dirty="0">
                <a:solidFill>
                  <a:srgbClr val="1B5FA7"/>
                </a:solidFill>
                <a:latin typeface="+mn-lt"/>
                <a:cs typeface="Calibri"/>
              </a:rPr>
              <a:t>Premier</a:t>
            </a:r>
            <a:r>
              <a:rPr lang="es-ES" sz="2000" spc="-55" dirty="0">
                <a:solidFill>
                  <a:srgbClr val="1B5FA7"/>
                </a:solidFill>
                <a:latin typeface="+mn-lt"/>
                <a:cs typeface="Calibri"/>
              </a:rPr>
              <a:t> </a:t>
            </a:r>
            <a:r>
              <a:rPr lang="es-ES" sz="2000" spc="-25" dirty="0" err="1">
                <a:solidFill>
                  <a:srgbClr val="1B5FA7"/>
                </a:solidFill>
                <a:latin typeface="+mn-lt"/>
                <a:cs typeface="Calibri"/>
              </a:rPr>
              <a:t>One</a:t>
            </a:r>
            <a:endParaRPr lang="es-ES" sz="2000" dirty="0">
              <a:solidFill>
                <a:srgbClr val="1B5FA7"/>
              </a:solidFill>
              <a:latin typeface="+mn-lt"/>
              <a:cs typeface="Calibri"/>
            </a:endParaRPr>
          </a:p>
        </p:txBody>
      </p:sp>
      <p:sp>
        <p:nvSpPr>
          <p:cNvPr id="7" name="SerasLoQueCreas">
            <a:extLst>
              <a:ext uri="{FF2B5EF4-FFF2-40B4-BE49-F238E27FC236}">
                <a16:creationId xmlns:a16="http://schemas.microsoft.com/office/drawing/2014/main" id="{88D0168D-F0EA-4AE0-9B30-D0F1DCD8CE32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9" name="4-DisponibilidadServidores">
            <a:extLst>
              <a:ext uri="{FF2B5EF4-FFF2-40B4-BE49-F238E27FC236}">
                <a16:creationId xmlns:a16="http://schemas.microsoft.com/office/drawing/2014/main" id="{9DAD8D5B-3F11-41C2-B169-2F569B07359E}"/>
              </a:ext>
            </a:extLst>
          </p:cNvPr>
          <p:cNvSpPr txBox="1">
            <a:spLocks noGrp="1"/>
          </p:cNvSpPr>
          <p:nvPr userDrawn="1"/>
        </p:nvSpPr>
        <p:spPr>
          <a:xfrm>
            <a:off x="1058069" y="391026"/>
            <a:ext cx="4878070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18844" algn="l"/>
              </a:tabLst>
            </a:pPr>
            <a:r>
              <a:rPr lang="es-MX" sz="2800" spc="-25" dirty="0">
                <a:solidFill>
                  <a:srgbClr val="1B5FA7"/>
                </a:solidFill>
              </a:rPr>
              <a:t>4</a:t>
            </a:r>
            <a:r>
              <a:rPr sz="2800" spc="-25" dirty="0">
                <a:solidFill>
                  <a:srgbClr val="1B5FA7"/>
                </a:solidFill>
              </a:rPr>
              <a:t>.</a:t>
            </a:r>
            <a:r>
              <a:rPr sz="2800" spc="-10" dirty="0" err="1">
                <a:solidFill>
                  <a:srgbClr val="1B5FA7"/>
                </a:solidFill>
              </a:rPr>
              <a:t>Dispon</a:t>
            </a:r>
            <a:r>
              <a:rPr lang="es-ES" sz="2800" spc="-10" dirty="0">
                <a:solidFill>
                  <a:srgbClr val="1B5FA7"/>
                </a:solidFill>
              </a:rPr>
              <a:t>i</a:t>
            </a:r>
            <a:r>
              <a:rPr sz="2800" spc="-10" dirty="0" err="1">
                <a:solidFill>
                  <a:srgbClr val="1B5FA7"/>
                </a:solidFill>
              </a:rPr>
              <a:t>bilidad</a:t>
            </a:r>
            <a:r>
              <a:rPr sz="2800" spc="-70" dirty="0">
                <a:solidFill>
                  <a:srgbClr val="1B5FA7"/>
                </a:solidFill>
              </a:rPr>
              <a:t> </a:t>
            </a:r>
            <a:r>
              <a:rPr sz="2800" spc="-10" dirty="0">
                <a:solidFill>
                  <a:srgbClr val="1B5FA7"/>
                </a:solidFill>
              </a:rPr>
              <a:t>Servidores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E301D7C-ED73-47CC-A911-1BC75F7022C6}"/>
              </a:ext>
            </a:extLst>
          </p:cNvPr>
          <p:cNvSpPr/>
          <p:nvPr userDrawn="1"/>
        </p:nvSpPr>
        <p:spPr>
          <a:xfrm>
            <a:off x="3565580" y="5296933"/>
            <a:ext cx="505559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s-ES" sz="1600" dirty="0">
                <a:solidFill>
                  <a:srgbClr val="7E7E7E"/>
                </a:solidFill>
                <a:effectLst/>
              </a:rPr>
              <a:t>*Disponibilidad del 100% de los host 1 al 6.</a:t>
            </a:r>
            <a:endParaRPr lang="es-ES" sz="1600" dirty="0">
              <a:solidFill>
                <a:srgbClr val="7E7E7E"/>
              </a:solidFill>
            </a:endParaRPr>
          </a:p>
          <a:p>
            <a:pPr algn="l"/>
            <a:r>
              <a:rPr lang="es-ES" sz="1600" dirty="0">
                <a:solidFill>
                  <a:srgbClr val="7E7E7E"/>
                </a:solidFill>
                <a:effectLst/>
              </a:rPr>
              <a:t>*Porcentaje de uso en las </a:t>
            </a:r>
            <a:r>
              <a:rPr lang="es-ES" sz="1600" dirty="0" err="1">
                <a:solidFill>
                  <a:srgbClr val="7E7E7E"/>
                </a:solidFill>
                <a:effectLst/>
              </a:rPr>
              <a:t>CPUs</a:t>
            </a:r>
            <a:r>
              <a:rPr lang="es-ES" sz="1600" dirty="0">
                <a:solidFill>
                  <a:srgbClr val="7E7E7E"/>
                </a:solidFill>
                <a:effectLst/>
              </a:rPr>
              <a:t> de los host 21 al 26.</a:t>
            </a:r>
            <a:endParaRPr lang="es-ES" sz="1600" dirty="0">
              <a:solidFill>
                <a:srgbClr val="7E7E7E"/>
              </a:solidFill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BB4C5310-6D04-4E01-8662-8273B805E5DC}"/>
              </a:ext>
            </a:extLst>
          </p:cNvPr>
          <p:cNvSpPr/>
          <p:nvPr userDrawn="1"/>
        </p:nvSpPr>
        <p:spPr>
          <a:xfrm>
            <a:off x="8142717" y="6209878"/>
            <a:ext cx="180921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ES" sz="1600" dirty="0" err="1">
                <a:solidFill>
                  <a:srgbClr val="7E7E7E"/>
                </a:solidFill>
              </a:rPr>
              <a:t>SolarWinds</a:t>
            </a:r>
            <a:endParaRPr lang="es-ES" sz="1600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721712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  <p15:guide id="4" orient="horz" pos="754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D-Lef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10" name="img-Marco-D15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1261586" y="1436460"/>
            <a:ext cx="9668828" cy="45375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Servidores-15">
            <a:extLst>
              <a:ext uri="{FF2B5EF4-FFF2-40B4-BE49-F238E27FC236}">
                <a16:creationId xmlns:a16="http://schemas.microsoft.com/office/drawing/2014/main" id="{B694459F-E6AB-423D-BE22-56A1D6997128}"/>
              </a:ext>
            </a:extLst>
          </p:cNvPr>
          <p:cNvSpPr txBox="1"/>
          <p:nvPr userDrawn="1"/>
        </p:nvSpPr>
        <p:spPr>
          <a:xfrm>
            <a:off x="5492262" y="935744"/>
            <a:ext cx="1207476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algn="ctr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sz="2000" noProof="0" dirty="0">
                <a:solidFill>
                  <a:srgbClr val="1B5FA7"/>
                </a:solidFill>
                <a:latin typeface="+mn-lt"/>
              </a:rPr>
              <a:t>Servidores</a:t>
            </a:r>
          </a:p>
        </p:txBody>
      </p:sp>
      <p:sp>
        <p:nvSpPr>
          <p:cNvPr id="7" name="SerasLoQueCreas">
            <a:extLst>
              <a:ext uri="{FF2B5EF4-FFF2-40B4-BE49-F238E27FC236}">
                <a16:creationId xmlns:a16="http://schemas.microsoft.com/office/drawing/2014/main" id="{88D0168D-F0EA-4AE0-9B30-D0F1DCD8CE32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8" name="4-DisponibilidadServidores">
            <a:extLst>
              <a:ext uri="{FF2B5EF4-FFF2-40B4-BE49-F238E27FC236}">
                <a16:creationId xmlns:a16="http://schemas.microsoft.com/office/drawing/2014/main" id="{8833F4A3-590A-4F3D-9B84-BF038F82507C}"/>
              </a:ext>
            </a:extLst>
          </p:cNvPr>
          <p:cNvSpPr txBox="1">
            <a:spLocks noGrp="1"/>
          </p:cNvSpPr>
          <p:nvPr userDrawn="1"/>
        </p:nvSpPr>
        <p:spPr>
          <a:xfrm>
            <a:off x="1058069" y="391253"/>
            <a:ext cx="4878070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18844" algn="l"/>
              </a:tabLst>
            </a:pPr>
            <a:r>
              <a:rPr lang="es-MX" sz="2800" spc="-25" dirty="0"/>
              <a:t>4</a:t>
            </a:r>
            <a:r>
              <a:rPr sz="2800" spc="-25" dirty="0"/>
              <a:t>.</a:t>
            </a:r>
            <a:r>
              <a:rPr lang="es-MX" sz="2800" spc="-10" dirty="0"/>
              <a:t>D</a:t>
            </a:r>
            <a:r>
              <a:rPr sz="2800" spc="-10" dirty="0" err="1"/>
              <a:t>isponibilidad</a:t>
            </a:r>
            <a:r>
              <a:rPr sz="2800" spc="-70" dirty="0"/>
              <a:t> </a:t>
            </a:r>
            <a:r>
              <a:rPr sz="2800" spc="-10" dirty="0"/>
              <a:t>Servidores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D73900BB-1B7D-4554-8085-9A5C83F81EFC}"/>
              </a:ext>
            </a:extLst>
          </p:cNvPr>
          <p:cNvSpPr/>
          <p:nvPr userDrawn="1"/>
        </p:nvSpPr>
        <p:spPr>
          <a:xfrm>
            <a:off x="8142717" y="6209878"/>
            <a:ext cx="241373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ES" sz="1600" dirty="0" err="1">
                <a:solidFill>
                  <a:srgbClr val="7E7E7E"/>
                </a:solidFill>
              </a:rPr>
              <a:t>Zabbix</a:t>
            </a:r>
            <a:r>
              <a:rPr lang="es-ES" sz="1600" dirty="0">
                <a:solidFill>
                  <a:srgbClr val="7E7E7E"/>
                </a:solidFill>
              </a:rPr>
              <a:t> - e-Monitor</a:t>
            </a:r>
          </a:p>
        </p:txBody>
      </p:sp>
    </p:spTree>
    <p:extLst>
      <p:ext uri="{BB962C8B-B14F-4D97-AF65-F5344CB8AC3E}">
        <p14:creationId xmlns:p14="http://schemas.microsoft.com/office/powerpoint/2010/main" val="21542750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  <p15:guide id="4" orient="horz" pos="754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D-Lef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10" name="img-Marco-D16-1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1055687" y="1334820"/>
            <a:ext cx="10080625" cy="200976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SerasLoQueCreas">
            <a:extLst>
              <a:ext uri="{FF2B5EF4-FFF2-40B4-BE49-F238E27FC236}">
                <a16:creationId xmlns:a16="http://schemas.microsoft.com/office/drawing/2014/main" id="{88D0168D-F0EA-4AE0-9B30-D0F1DCD8CE32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8" name="5-VestaAnalytics">
            <a:extLst>
              <a:ext uri="{FF2B5EF4-FFF2-40B4-BE49-F238E27FC236}">
                <a16:creationId xmlns:a16="http://schemas.microsoft.com/office/drawing/2014/main" id="{8833F4A3-590A-4F3D-9B84-BF038F82507C}"/>
              </a:ext>
            </a:extLst>
          </p:cNvPr>
          <p:cNvSpPr txBox="1">
            <a:spLocks noGrp="1"/>
          </p:cNvSpPr>
          <p:nvPr userDrawn="1"/>
        </p:nvSpPr>
        <p:spPr>
          <a:xfrm>
            <a:off x="1058069" y="391253"/>
            <a:ext cx="2599531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18844" algn="l"/>
              </a:tabLst>
            </a:pPr>
            <a:r>
              <a:rPr lang="es-MX" sz="2800" dirty="0">
                <a:solidFill>
                  <a:srgbClr val="1B5FA7"/>
                </a:solidFill>
              </a:rPr>
              <a:t>5.</a:t>
            </a:r>
            <a:r>
              <a:rPr lang="es-MX" sz="2800" spc="-50" dirty="0">
                <a:solidFill>
                  <a:srgbClr val="1B5FA7"/>
                </a:solidFill>
              </a:rPr>
              <a:t> </a:t>
            </a:r>
            <a:r>
              <a:rPr lang="es-MX" sz="2800" dirty="0">
                <a:solidFill>
                  <a:srgbClr val="1B5FA7"/>
                </a:solidFill>
              </a:rPr>
              <a:t>Vesta</a:t>
            </a:r>
            <a:r>
              <a:rPr lang="es-MX" sz="2800" spc="-60" dirty="0">
                <a:solidFill>
                  <a:srgbClr val="1B5FA7"/>
                </a:solidFill>
              </a:rPr>
              <a:t> </a:t>
            </a:r>
            <a:r>
              <a:rPr lang="es-MX" sz="2800" spc="-10" dirty="0" err="1">
                <a:solidFill>
                  <a:srgbClr val="1B5FA7"/>
                </a:solidFill>
              </a:rPr>
              <a:t>Analytics</a:t>
            </a:r>
            <a:endParaRPr sz="2800" spc="-10" dirty="0">
              <a:solidFill>
                <a:srgbClr val="1B5FA7"/>
              </a:solidFill>
            </a:endParaRPr>
          </a:p>
        </p:txBody>
      </p:sp>
      <p:sp>
        <p:nvSpPr>
          <p:cNvPr id="2" name="Informacion-txt">
            <a:extLst>
              <a:ext uri="{FF2B5EF4-FFF2-40B4-BE49-F238E27FC236}">
                <a16:creationId xmlns:a16="http://schemas.microsoft.com/office/drawing/2014/main" id="{5CDDF090-F9D3-4D93-8FCB-F5ADDF45E770}"/>
              </a:ext>
            </a:extLst>
          </p:cNvPr>
          <p:cNvSpPr/>
          <p:nvPr userDrawn="1"/>
        </p:nvSpPr>
        <p:spPr>
          <a:xfrm>
            <a:off x="1018169" y="931957"/>
            <a:ext cx="33261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800" b="0" dirty="0">
                <a:solidFill>
                  <a:srgbClr val="1B5FA7"/>
                </a:solidFill>
                <a:latin typeface="+mn-lt"/>
                <a:cs typeface="Calibri"/>
              </a:rPr>
              <a:t>Información</a:t>
            </a:r>
            <a:r>
              <a:rPr lang="es-ES" sz="1800" b="0" spc="-55" dirty="0">
                <a:solidFill>
                  <a:srgbClr val="1B5FA7"/>
                </a:solidFill>
                <a:latin typeface="+mn-lt"/>
                <a:cs typeface="Calibri"/>
              </a:rPr>
              <a:t> d</a:t>
            </a:r>
            <a:r>
              <a:rPr lang="es-ES" sz="1800" b="0" dirty="0">
                <a:solidFill>
                  <a:srgbClr val="1B5FA7"/>
                </a:solidFill>
                <a:latin typeface="+mn-lt"/>
                <a:cs typeface="Calibri"/>
              </a:rPr>
              <a:t>e</a:t>
            </a:r>
            <a:r>
              <a:rPr lang="es-ES" sz="1800" b="0" spc="-35" dirty="0">
                <a:solidFill>
                  <a:srgbClr val="1B5FA7"/>
                </a:solidFill>
                <a:latin typeface="+mn-lt"/>
                <a:cs typeface="Calibri"/>
              </a:rPr>
              <a:t> l</a:t>
            </a:r>
            <a:r>
              <a:rPr lang="es-ES" sz="1800" b="0" dirty="0">
                <a:solidFill>
                  <a:srgbClr val="1B5FA7"/>
                </a:solidFill>
                <a:latin typeface="+mn-lt"/>
                <a:cs typeface="Calibri"/>
              </a:rPr>
              <a:t>lamadas</a:t>
            </a:r>
            <a:r>
              <a:rPr lang="es-ES" sz="1800" b="0" spc="-25" dirty="0">
                <a:solidFill>
                  <a:srgbClr val="1B5FA7"/>
                </a:solidFill>
                <a:latin typeface="+mn-lt"/>
                <a:cs typeface="Calibri"/>
              </a:rPr>
              <a:t> p</a:t>
            </a:r>
            <a:r>
              <a:rPr lang="es-ES" sz="1800" b="0" dirty="0">
                <a:solidFill>
                  <a:srgbClr val="1B5FA7"/>
                </a:solidFill>
                <a:latin typeface="+mn-lt"/>
                <a:cs typeface="Calibri"/>
              </a:rPr>
              <a:t>or hora</a:t>
            </a:r>
            <a:endParaRPr lang="es-ES" dirty="0">
              <a:solidFill>
                <a:srgbClr val="1B5FA7"/>
              </a:solidFill>
            </a:endParaRPr>
          </a:p>
        </p:txBody>
      </p:sp>
      <p:sp>
        <p:nvSpPr>
          <p:cNvPr id="17" name="img-Marco-D16-2">
            <a:extLst>
              <a:ext uri="{FF2B5EF4-FFF2-40B4-BE49-F238E27FC236}">
                <a16:creationId xmlns:a16="http://schemas.microsoft.com/office/drawing/2014/main" id="{2B93523F-EA41-46A1-A942-7750F02A6096}"/>
              </a:ext>
            </a:extLst>
          </p:cNvPr>
          <p:cNvSpPr/>
          <p:nvPr userDrawn="1"/>
        </p:nvSpPr>
        <p:spPr>
          <a:xfrm>
            <a:off x="4403726" y="3747458"/>
            <a:ext cx="3384550" cy="225097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580A4A90-ADFD-4710-B91E-1E26905633A9}"/>
              </a:ext>
            </a:extLst>
          </p:cNvPr>
          <p:cNvSpPr/>
          <p:nvPr userDrawn="1"/>
        </p:nvSpPr>
        <p:spPr>
          <a:xfrm>
            <a:off x="8142717" y="6218504"/>
            <a:ext cx="159992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ES" sz="1600" spc="-10" dirty="0" err="1">
                <a:solidFill>
                  <a:srgbClr val="7E7E7E"/>
                </a:solidFill>
                <a:latin typeface="+mn-lt"/>
                <a:cs typeface="Calibri"/>
              </a:rPr>
              <a:t>Analytics</a:t>
            </a:r>
            <a:endParaRPr lang="es-ES" sz="1600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4433253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4906" userDrawn="1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  <p15:guide id="4" orient="horz" pos="754">
          <p15:clr>
            <a:srgbClr val="FBAE40"/>
          </p15:clr>
        </p15:guide>
        <p15:guide id="5" pos="2774" userDrawn="1">
          <p15:clr>
            <a:srgbClr val="FBAE40"/>
          </p15:clr>
        </p15:guide>
        <p15:guide id="6" orient="horz" pos="3929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D-Lef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7" name="SerasLoQueCreas">
            <a:extLst>
              <a:ext uri="{FF2B5EF4-FFF2-40B4-BE49-F238E27FC236}">
                <a16:creationId xmlns:a16="http://schemas.microsoft.com/office/drawing/2014/main" id="{88D0168D-F0EA-4AE0-9B30-D0F1DCD8CE32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8" name="6-DisponibilidadGrabadoraVERINT">
            <a:extLst>
              <a:ext uri="{FF2B5EF4-FFF2-40B4-BE49-F238E27FC236}">
                <a16:creationId xmlns:a16="http://schemas.microsoft.com/office/drawing/2014/main" id="{8833F4A3-590A-4F3D-9B84-BF038F82507C}"/>
              </a:ext>
            </a:extLst>
          </p:cNvPr>
          <p:cNvSpPr txBox="1">
            <a:spLocks noGrp="1"/>
          </p:cNvSpPr>
          <p:nvPr userDrawn="1"/>
        </p:nvSpPr>
        <p:spPr>
          <a:xfrm>
            <a:off x="1058069" y="391253"/>
            <a:ext cx="5276056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18844" algn="l"/>
              </a:tabLst>
            </a:pPr>
            <a:r>
              <a:rPr lang="es-MX" sz="2800" dirty="0"/>
              <a:t>6.</a:t>
            </a:r>
            <a:r>
              <a:rPr lang="es-MX" sz="2800" spc="-60" dirty="0"/>
              <a:t> </a:t>
            </a:r>
            <a:r>
              <a:rPr lang="es-MX" sz="2800" spc="-10" dirty="0"/>
              <a:t>Disponibilidad</a:t>
            </a:r>
            <a:r>
              <a:rPr lang="es-MX" sz="2800" spc="-45" dirty="0"/>
              <a:t> </a:t>
            </a:r>
            <a:r>
              <a:rPr lang="es-MX" sz="2800" spc="-25" dirty="0"/>
              <a:t>Grabadora</a:t>
            </a:r>
            <a:r>
              <a:rPr lang="es-MX" sz="2800" spc="-75" dirty="0"/>
              <a:t> </a:t>
            </a:r>
            <a:r>
              <a:rPr lang="es-MX" sz="2800" spc="-10" dirty="0"/>
              <a:t>VERINT</a:t>
            </a:r>
            <a:endParaRPr sz="2800" spc="-10" dirty="0"/>
          </a:p>
        </p:txBody>
      </p:sp>
      <p:sp>
        <p:nvSpPr>
          <p:cNvPr id="10" name="img-Marco-D17-1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1071085" y="1436460"/>
            <a:ext cx="7129951" cy="208772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7" name="img-Marco-D17-2">
            <a:extLst>
              <a:ext uri="{FF2B5EF4-FFF2-40B4-BE49-F238E27FC236}">
                <a16:creationId xmlns:a16="http://schemas.microsoft.com/office/drawing/2014/main" id="{72BEABAA-7CB5-4FA1-B7D2-5A9CB7E39EF1}"/>
              </a:ext>
            </a:extLst>
          </p:cNvPr>
          <p:cNvSpPr/>
          <p:nvPr userDrawn="1"/>
        </p:nvSpPr>
        <p:spPr>
          <a:xfrm>
            <a:off x="1055689" y="4056423"/>
            <a:ext cx="7129950" cy="208772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" name="GrabacionesLlamadasSUR">
            <a:extLst>
              <a:ext uri="{FF2B5EF4-FFF2-40B4-BE49-F238E27FC236}">
                <a16:creationId xmlns:a16="http://schemas.microsoft.com/office/drawing/2014/main" id="{82AC3C06-057A-4B2D-B161-B7C03E213F15}"/>
              </a:ext>
            </a:extLst>
          </p:cNvPr>
          <p:cNvSpPr/>
          <p:nvPr userDrawn="1"/>
        </p:nvSpPr>
        <p:spPr>
          <a:xfrm>
            <a:off x="1060450" y="939284"/>
            <a:ext cx="26384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800" b="0" dirty="0">
                <a:solidFill>
                  <a:srgbClr val="1B5FA7"/>
                </a:solidFill>
                <a:latin typeface="+mn-lt"/>
                <a:cs typeface="Calibri"/>
              </a:rPr>
              <a:t>Grabaciones</a:t>
            </a:r>
            <a:r>
              <a:rPr lang="es-ES" sz="1800" b="0" spc="-95" dirty="0">
                <a:solidFill>
                  <a:srgbClr val="1B5FA7"/>
                </a:solidFill>
                <a:latin typeface="+mn-lt"/>
                <a:cs typeface="Calibri"/>
              </a:rPr>
              <a:t> </a:t>
            </a:r>
            <a:r>
              <a:rPr lang="es-ES" sz="1800" b="0" dirty="0">
                <a:solidFill>
                  <a:srgbClr val="1B5FA7"/>
                </a:solidFill>
                <a:latin typeface="+mn-lt"/>
                <a:cs typeface="Calibri"/>
              </a:rPr>
              <a:t>llamadas</a:t>
            </a:r>
            <a:r>
              <a:rPr lang="es-ES" sz="1800" b="0" spc="-65" dirty="0">
                <a:solidFill>
                  <a:srgbClr val="1B5FA7"/>
                </a:solidFill>
                <a:latin typeface="+mn-lt"/>
                <a:cs typeface="Calibri"/>
              </a:rPr>
              <a:t> </a:t>
            </a:r>
            <a:r>
              <a:rPr lang="es-ES" sz="1800" b="0" spc="-25" dirty="0">
                <a:solidFill>
                  <a:srgbClr val="1B5FA7"/>
                </a:solidFill>
                <a:latin typeface="+mn-lt"/>
                <a:cs typeface="Calibri"/>
              </a:rPr>
              <a:t>SUR</a:t>
            </a:r>
            <a:endParaRPr lang="es-ES" dirty="0">
              <a:solidFill>
                <a:srgbClr val="1B5FA7"/>
              </a:solidFill>
            </a:endParaRPr>
          </a:p>
        </p:txBody>
      </p:sp>
      <p:sp>
        <p:nvSpPr>
          <p:cNvPr id="14" name="Nota-txt">
            <a:extLst>
              <a:ext uri="{FF2B5EF4-FFF2-40B4-BE49-F238E27FC236}">
                <a16:creationId xmlns:a16="http://schemas.microsoft.com/office/drawing/2014/main" id="{A0ED07AE-916A-4161-8A77-DCC451280680}"/>
              </a:ext>
            </a:extLst>
          </p:cNvPr>
          <p:cNvSpPr txBox="1"/>
          <p:nvPr userDrawn="1"/>
        </p:nvSpPr>
        <p:spPr>
          <a:xfrm>
            <a:off x="8289163" y="4906365"/>
            <a:ext cx="2847148" cy="901529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210"/>
              </a:spcBef>
            </a:pPr>
            <a:r>
              <a:rPr sz="1400" dirty="0">
                <a:solidFill>
                  <a:srgbClr val="1B5FA7"/>
                </a:solidFill>
                <a:latin typeface="Calibri"/>
                <a:cs typeface="Calibri"/>
              </a:rPr>
              <a:t>Nota:</a:t>
            </a:r>
            <a:r>
              <a:rPr sz="1400" spc="-3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Se</a:t>
            </a:r>
            <a:r>
              <a:rPr sz="1400" spc="-4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realiza</a:t>
            </a:r>
            <a:r>
              <a:rPr sz="1400" spc="-2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la</a:t>
            </a:r>
            <a:r>
              <a:rPr sz="1400" spc="-3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revisión</a:t>
            </a:r>
            <a:r>
              <a:rPr sz="1400" spc="-4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de</a:t>
            </a:r>
            <a:r>
              <a:rPr sz="1400" spc="-2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7E7E7E"/>
                </a:solidFill>
                <a:latin typeface="Calibri"/>
                <a:cs typeface="Calibri"/>
              </a:rPr>
              <a:t>las</a:t>
            </a:r>
            <a:endParaRPr sz="1400" dirty="0">
              <a:solidFill>
                <a:srgbClr val="7E7E7E"/>
              </a:solidFill>
              <a:latin typeface="Calibri"/>
              <a:cs typeface="Calibri"/>
            </a:endParaRPr>
          </a:p>
          <a:p>
            <a:pPr marL="24765" marR="5080" indent="-12700" algn="just">
              <a:lnSpc>
                <a:spcPct val="100000"/>
              </a:lnSpc>
              <a:spcBef>
                <a:spcPts val="110"/>
              </a:spcBef>
            </a:pPr>
            <a:r>
              <a:rPr sz="1400" spc="-10" dirty="0">
                <a:solidFill>
                  <a:srgbClr val="7E7E7E"/>
                </a:solidFill>
                <a:latin typeface="Calibri"/>
                <a:cs typeface="Calibri"/>
              </a:rPr>
              <a:t>grabaciones 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de</a:t>
            </a:r>
            <a:r>
              <a:rPr sz="1400" spc="-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la</a:t>
            </a:r>
            <a:r>
              <a:rPr sz="1400" spc="-2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SUR</a:t>
            </a:r>
            <a:r>
              <a:rPr sz="1400" spc="-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y</a:t>
            </a:r>
            <a:r>
              <a:rPr sz="1400" spc="-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agencia CRUE</a:t>
            </a:r>
            <a:r>
              <a:rPr sz="1400" spc="-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con</a:t>
            </a:r>
            <a:r>
              <a:rPr sz="1400" spc="-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E7E7E"/>
                </a:solidFill>
                <a:latin typeface="Calibri"/>
                <a:cs typeface="Calibri"/>
              </a:rPr>
              <a:t>corte 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0</a:t>
            </a:r>
            <a:r>
              <a:rPr lang="es-MX" sz="1400" dirty="0">
                <a:solidFill>
                  <a:srgbClr val="7E7E7E"/>
                </a:solidFill>
                <a:latin typeface="Calibri"/>
                <a:cs typeface="Calibri"/>
              </a:rPr>
              <a:t>8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:00,</a:t>
            </a:r>
            <a:r>
              <a:rPr sz="1400" spc="-1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se</a:t>
            </a:r>
            <a:r>
              <a:rPr sz="1400" spc="-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E7E7E"/>
                </a:solidFill>
                <a:latin typeface="Calibri"/>
                <a:cs typeface="Calibri"/>
              </a:rPr>
              <a:t>encuentran</a:t>
            </a:r>
            <a:r>
              <a:rPr sz="1400" spc="-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con</a:t>
            </a:r>
            <a:r>
              <a:rPr sz="1400" spc="-3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E7E7E"/>
                </a:solidFill>
                <a:latin typeface="Calibri"/>
                <a:cs typeface="Calibri"/>
              </a:rPr>
              <a:t>normalidad.</a:t>
            </a:r>
            <a:endParaRPr sz="1400" dirty="0">
              <a:solidFill>
                <a:srgbClr val="7E7E7E"/>
              </a:solidFill>
              <a:latin typeface="Calibri"/>
              <a:cs typeface="Calibri"/>
            </a:endParaRPr>
          </a:p>
        </p:txBody>
      </p:sp>
      <p:sp>
        <p:nvSpPr>
          <p:cNvPr id="18" name="GrabacionesLlamadasSUR">
            <a:extLst>
              <a:ext uri="{FF2B5EF4-FFF2-40B4-BE49-F238E27FC236}">
                <a16:creationId xmlns:a16="http://schemas.microsoft.com/office/drawing/2014/main" id="{FB8E90DC-8954-496F-968C-EA970691F361}"/>
              </a:ext>
            </a:extLst>
          </p:cNvPr>
          <p:cNvSpPr/>
          <p:nvPr userDrawn="1"/>
        </p:nvSpPr>
        <p:spPr>
          <a:xfrm>
            <a:off x="1071085" y="3602313"/>
            <a:ext cx="278336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800" b="0" dirty="0">
                <a:solidFill>
                  <a:srgbClr val="1B5FA7"/>
                </a:solidFill>
                <a:latin typeface="+mn-lt"/>
                <a:cs typeface="Calibri"/>
              </a:rPr>
              <a:t>Grabaciones</a:t>
            </a:r>
            <a:r>
              <a:rPr lang="es-ES" sz="1800" b="0" spc="-95" dirty="0">
                <a:solidFill>
                  <a:srgbClr val="1B5FA7"/>
                </a:solidFill>
                <a:latin typeface="+mn-lt"/>
                <a:cs typeface="Calibri"/>
              </a:rPr>
              <a:t> </a:t>
            </a:r>
            <a:r>
              <a:rPr lang="es-ES" sz="1800" b="0" dirty="0">
                <a:solidFill>
                  <a:srgbClr val="1B5FA7"/>
                </a:solidFill>
                <a:latin typeface="+mn-lt"/>
                <a:cs typeface="Calibri"/>
              </a:rPr>
              <a:t>llamadas</a:t>
            </a:r>
            <a:r>
              <a:rPr lang="es-ES" sz="1800" b="0" spc="-65" dirty="0">
                <a:solidFill>
                  <a:srgbClr val="1B5FA7"/>
                </a:solidFill>
                <a:latin typeface="+mn-lt"/>
                <a:cs typeface="Calibri"/>
              </a:rPr>
              <a:t> </a:t>
            </a:r>
            <a:r>
              <a:rPr lang="es-ES" sz="1800" b="0" spc="-25" dirty="0">
                <a:solidFill>
                  <a:srgbClr val="1B5FA7"/>
                </a:solidFill>
                <a:latin typeface="+mn-lt"/>
                <a:cs typeface="Calibri"/>
              </a:rPr>
              <a:t>CRUE</a:t>
            </a:r>
            <a:endParaRPr lang="es-ES" dirty="0">
              <a:solidFill>
                <a:srgbClr val="1B5FA7"/>
              </a:solidFill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A2B8ED17-B8D9-4515-9AFF-A820D640A2FE}"/>
              </a:ext>
            </a:extLst>
          </p:cNvPr>
          <p:cNvSpPr/>
          <p:nvPr userDrawn="1"/>
        </p:nvSpPr>
        <p:spPr>
          <a:xfrm>
            <a:off x="8142717" y="6209878"/>
            <a:ext cx="147130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ES" sz="1600" spc="-10" dirty="0">
                <a:solidFill>
                  <a:srgbClr val="7E7E7E"/>
                </a:solidFill>
                <a:latin typeface="+mn-lt"/>
                <a:cs typeface="Calibri"/>
              </a:rPr>
              <a:t>VERINT</a:t>
            </a:r>
            <a:endParaRPr lang="es-ES" sz="1600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9714156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  <p15:guide id="4" orient="horz" pos="754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D-Lef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10" name="img-Marco-D18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3886199" y="1779715"/>
            <a:ext cx="4419602" cy="318185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RedBoxC4">
            <a:extLst>
              <a:ext uri="{FF2B5EF4-FFF2-40B4-BE49-F238E27FC236}">
                <a16:creationId xmlns:a16="http://schemas.microsoft.com/office/drawing/2014/main" id="{B694459F-E6AB-423D-BE22-56A1D6997128}"/>
              </a:ext>
            </a:extLst>
          </p:cNvPr>
          <p:cNvSpPr txBox="1"/>
          <p:nvPr userDrawn="1"/>
        </p:nvSpPr>
        <p:spPr>
          <a:xfrm>
            <a:off x="5516563" y="935744"/>
            <a:ext cx="1158875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ES" sz="2000" dirty="0" err="1">
                <a:solidFill>
                  <a:srgbClr val="1B5FA7"/>
                </a:solidFill>
                <a:latin typeface="+mn-lt"/>
                <a:cs typeface="Calibri"/>
              </a:rPr>
              <a:t>RedBox</a:t>
            </a:r>
            <a:r>
              <a:rPr lang="es-ES" sz="2000" spc="-25" dirty="0">
                <a:solidFill>
                  <a:srgbClr val="1B5FA7"/>
                </a:solidFill>
                <a:latin typeface="+mn-lt"/>
                <a:cs typeface="Calibri"/>
              </a:rPr>
              <a:t> C4</a:t>
            </a:r>
            <a:endParaRPr lang="es-ES" sz="2000" dirty="0">
              <a:solidFill>
                <a:srgbClr val="1B5FA7"/>
              </a:solidFill>
              <a:latin typeface="+mn-lt"/>
              <a:cs typeface="Calibri"/>
            </a:endParaRPr>
          </a:p>
        </p:txBody>
      </p:sp>
      <p:sp>
        <p:nvSpPr>
          <p:cNvPr id="7" name="SerasLoQueCreas">
            <a:extLst>
              <a:ext uri="{FF2B5EF4-FFF2-40B4-BE49-F238E27FC236}">
                <a16:creationId xmlns:a16="http://schemas.microsoft.com/office/drawing/2014/main" id="{88D0168D-F0EA-4AE0-9B30-D0F1DCD8CE32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9" name="7-DisponibilidadGrabadoraRedBox">
            <a:extLst>
              <a:ext uri="{FF2B5EF4-FFF2-40B4-BE49-F238E27FC236}">
                <a16:creationId xmlns:a16="http://schemas.microsoft.com/office/drawing/2014/main" id="{9DAD8D5B-3F11-41C2-B169-2F569B07359E}"/>
              </a:ext>
            </a:extLst>
          </p:cNvPr>
          <p:cNvSpPr txBox="1">
            <a:spLocks noGrp="1"/>
          </p:cNvSpPr>
          <p:nvPr userDrawn="1"/>
        </p:nvSpPr>
        <p:spPr>
          <a:xfrm>
            <a:off x="1058068" y="391026"/>
            <a:ext cx="5342731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18844" algn="l"/>
              </a:tabLst>
            </a:pPr>
            <a:r>
              <a:rPr lang="es-MX" sz="2800" dirty="0"/>
              <a:t>7.</a:t>
            </a:r>
            <a:r>
              <a:rPr lang="es-MX" sz="2800" spc="-60" dirty="0"/>
              <a:t> </a:t>
            </a:r>
            <a:r>
              <a:rPr lang="es-MX" sz="2800" spc="-10" dirty="0"/>
              <a:t>Disponibilidad</a:t>
            </a:r>
            <a:r>
              <a:rPr lang="es-MX" sz="2800" spc="-45" dirty="0"/>
              <a:t> </a:t>
            </a:r>
            <a:r>
              <a:rPr lang="es-MX" sz="2800" spc="-25" dirty="0"/>
              <a:t>Grabadora</a:t>
            </a:r>
            <a:r>
              <a:rPr lang="es-MX" sz="2800" spc="-70" dirty="0"/>
              <a:t> </a:t>
            </a:r>
            <a:r>
              <a:rPr lang="es-MX" sz="2800" spc="-10" dirty="0" err="1"/>
              <a:t>RedBox</a:t>
            </a:r>
            <a:endParaRPr sz="2800" spc="-10" dirty="0">
              <a:solidFill>
                <a:srgbClr val="1B5FA7"/>
              </a:solidFill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2BBCBA7-5DB9-4068-B79E-94AD4225E60B}"/>
              </a:ext>
            </a:extLst>
          </p:cNvPr>
          <p:cNvSpPr/>
          <p:nvPr userDrawn="1"/>
        </p:nvSpPr>
        <p:spPr>
          <a:xfrm>
            <a:off x="2672862" y="5209242"/>
            <a:ext cx="684627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Datos no archivados “0%”: Grabaciones correctamente almacenadas en la SAN. Utilización del grabador: Porcentaje de canales siendo utilizados en tiempo real. Llamadas siendo grabadas: Cantidad de llamadas siendo grabadas en tiempo real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20B5AB63-B58E-4543-8842-ED7A961996C7}"/>
              </a:ext>
            </a:extLst>
          </p:cNvPr>
          <p:cNvSpPr/>
          <p:nvPr userDrawn="1"/>
        </p:nvSpPr>
        <p:spPr>
          <a:xfrm>
            <a:off x="8142717" y="6209878"/>
            <a:ext cx="247542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ES" sz="1600" spc="-10" dirty="0">
                <a:solidFill>
                  <a:srgbClr val="7E7E7E"/>
                </a:solidFill>
                <a:latin typeface="+mn-lt"/>
                <a:cs typeface="Calibri"/>
              </a:rPr>
              <a:t>e-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Monitor</a:t>
            </a:r>
            <a:r>
              <a:rPr lang="es-ES" sz="1600" spc="-3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-</a:t>
            </a:r>
            <a:r>
              <a:rPr lang="es-ES" sz="1600" spc="-40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spc="-10" dirty="0" err="1">
                <a:solidFill>
                  <a:srgbClr val="7E7E7E"/>
                </a:solidFill>
                <a:latin typeface="+mn-lt"/>
                <a:cs typeface="Calibri"/>
              </a:rPr>
              <a:t>RedBox</a:t>
            </a:r>
            <a:endParaRPr lang="es-ES" sz="1600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974204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  <p15:guide id="4" orient="horz" pos="754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D-Lef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10" name="img-Marco-D19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1177619" y="1351029"/>
            <a:ext cx="9839144" cy="470106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SerasLoQueCreas">
            <a:extLst>
              <a:ext uri="{FF2B5EF4-FFF2-40B4-BE49-F238E27FC236}">
                <a16:creationId xmlns:a16="http://schemas.microsoft.com/office/drawing/2014/main" id="{88D0168D-F0EA-4AE0-9B30-D0F1DCD8CE32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9" name="8-ProcesamientoBDProduccionPremierOne">
            <a:extLst>
              <a:ext uri="{FF2B5EF4-FFF2-40B4-BE49-F238E27FC236}">
                <a16:creationId xmlns:a16="http://schemas.microsoft.com/office/drawing/2014/main" id="{9DAD8D5B-3F11-41C2-B169-2F569B07359E}"/>
              </a:ext>
            </a:extLst>
          </p:cNvPr>
          <p:cNvSpPr txBox="1">
            <a:spLocks noGrp="1"/>
          </p:cNvSpPr>
          <p:nvPr userDrawn="1"/>
        </p:nvSpPr>
        <p:spPr>
          <a:xfrm>
            <a:off x="1058068" y="391026"/>
            <a:ext cx="6608824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18844" algn="l"/>
              </a:tabLst>
            </a:pPr>
            <a:r>
              <a:rPr lang="es-ES" sz="2800" dirty="0"/>
              <a:t>8.</a:t>
            </a:r>
            <a:r>
              <a:rPr lang="es-ES" sz="2800" spc="-60" dirty="0"/>
              <a:t> </a:t>
            </a:r>
            <a:r>
              <a:rPr lang="es-ES" sz="2800" spc="-20" dirty="0"/>
              <a:t>Procesamiento</a:t>
            </a:r>
            <a:r>
              <a:rPr lang="es-ES" sz="2800" spc="-85" dirty="0"/>
              <a:t> </a:t>
            </a:r>
            <a:r>
              <a:rPr lang="es-ES" sz="2800" dirty="0"/>
              <a:t>BD</a:t>
            </a:r>
            <a:r>
              <a:rPr lang="es-ES" sz="2800" spc="-70" dirty="0"/>
              <a:t> </a:t>
            </a:r>
            <a:r>
              <a:rPr lang="es-ES" sz="2800" spc="-10" dirty="0"/>
              <a:t>Producción</a:t>
            </a:r>
            <a:r>
              <a:rPr lang="es-ES" sz="2800" spc="-70" dirty="0"/>
              <a:t> </a:t>
            </a:r>
            <a:r>
              <a:rPr lang="es-ES" sz="2800" spc="-10" dirty="0" err="1"/>
              <a:t>PremierOne</a:t>
            </a:r>
            <a:endParaRPr sz="2800" spc="-10" dirty="0">
              <a:solidFill>
                <a:srgbClr val="1B5FA7"/>
              </a:solidFill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C376189C-5910-4FDC-9B2D-BF0D77A06126}"/>
              </a:ext>
            </a:extLst>
          </p:cNvPr>
          <p:cNvSpPr/>
          <p:nvPr userDrawn="1"/>
        </p:nvSpPr>
        <p:spPr>
          <a:xfrm>
            <a:off x="8142717" y="6209878"/>
            <a:ext cx="149887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ES" sz="1600" spc="-10" dirty="0" err="1">
                <a:solidFill>
                  <a:srgbClr val="7E7E7E"/>
                </a:solidFill>
                <a:latin typeface="+mn-lt"/>
                <a:cs typeface="Calibri"/>
              </a:rPr>
              <a:t>Vcenter</a:t>
            </a:r>
            <a:endParaRPr lang="es-ES" sz="1600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463056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  <p15:guide id="4" orient="horz" pos="754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D-Lef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10" name="img-Marco-D20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4197413" y="2192760"/>
            <a:ext cx="3797174" cy="261315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SerasLoQueCreas">
            <a:extLst>
              <a:ext uri="{FF2B5EF4-FFF2-40B4-BE49-F238E27FC236}">
                <a16:creationId xmlns:a16="http://schemas.microsoft.com/office/drawing/2014/main" id="{88D0168D-F0EA-4AE0-9B30-D0F1DCD8CE32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9" name="8-ProcesamientoBDProduccionPremierOne">
            <a:extLst>
              <a:ext uri="{FF2B5EF4-FFF2-40B4-BE49-F238E27FC236}">
                <a16:creationId xmlns:a16="http://schemas.microsoft.com/office/drawing/2014/main" id="{9DAD8D5B-3F11-41C2-B169-2F569B07359E}"/>
              </a:ext>
            </a:extLst>
          </p:cNvPr>
          <p:cNvSpPr txBox="1">
            <a:spLocks noGrp="1"/>
          </p:cNvSpPr>
          <p:nvPr userDrawn="1"/>
        </p:nvSpPr>
        <p:spPr>
          <a:xfrm>
            <a:off x="1058068" y="391026"/>
            <a:ext cx="4322824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18844" algn="l"/>
              </a:tabLst>
            </a:pPr>
            <a:r>
              <a:rPr lang="es-MX" sz="2800" dirty="0"/>
              <a:t>9.</a:t>
            </a:r>
            <a:r>
              <a:rPr lang="es-MX" sz="2800" spc="-114" dirty="0"/>
              <a:t> </a:t>
            </a:r>
            <a:r>
              <a:rPr lang="es-MX" sz="2800" dirty="0"/>
              <a:t>Estado</a:t>
            </a:r>
            <a:r>
              <a:rPr lang="es-MX" sz="2800" spc="-120" dirty="0"/>
              <a:t> </a:t>
            </a:r>
            <a:r>
              <a:rPr lang="es-MX" sz="2800" spc="-20" dirty="0"/>
              <a:t>Arquitectura</a:t>
            </a:r>
            <a:r>
              <a:rPr lang="es-MX" sz="2800" spc="-75" dirty="0"/>
              <a:t> </a:t>
            </a:r>
            <a:r>
              <a:rPr lang="es-MX" sz="2800" spc="-10" dirty="0"/>
              <a:t>MITEL</a:t>
            </a:r>
            <a:endParaRPr sz="2800" spc="-10" dirty="0">
              <a:solidFill>
                <a:srgbClr val="1B5FA7"/>
              </a:solidFill>
            </a:endParaRPr>
          </a:p>
        </p:txBody>
      </p:sp>
      <p:sp>
        <p:nvSpPr>
          <p:cNvPr id="2" name="EstadoServidor-txt">
            <a:extLst>
              <a:ext uri="{FF2B5EF4-FFF2-40B4-BE49-F238E27FC236}">
                <a16:creationId xmlns:a16="http://schemas.microsoft.com/office/drawing/2014/main" id="{270C6575-B7C6-4A73-B756-C5DE947DDE4A}"/>
              </a:ext>
            </a:extLst>
          </p:cNvPr>
          <p:cNvSpPr/>
          <p:nvPr userDrawn="1"/>
        </p:nvSpPr>
        <p:spPr>
          <a:xfrm>
            <a:off x="1001713" y="938473"/>
            <a:ext cx="10188575" cy="10242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lang="es-ES" sz="1600" dirty="0">
                <a:solidFill>
                  <a:srgbClr val="1B5FA7"/>
                </a:solidFill>
                <a:latin typeface="+mn-lt"/>
                <a:cs typeface="Calibri"/>
              </a:rPr>
              <a:t>Estado</a:t>
            </a:r>
            <a:r>
              <a:rPr lang="es-ES" sz="1600" spc="-55" dirty="0">
                <a:solidFill>
                  <a:srgbClr val="1B5FA7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1B5FA7"/>
                </a:solidFill>
                <a:latin typeface="+mn-lt"/>
                <a:cs typeface="Calibri"/>
              </a:rPr>
              <a:t>del</a:t>
            </a:r>
            <a:r>
              <a:rPr lang="es-ES" sz="1600" spc="-45" dirty="0">
                <a:solidFill>
                  <a:srgbClr val="1B5FA7"/>
                </a:solidFill>
                <a:latin typeface="+mn-lt"/>
                <a:cs typeface="Calibri"/>
              </a:rPr>
              <a:t> </a:t>
            </a:r>
            <a:r>
              <a:rPr lang="es-ES" sz="1600" spc="-10" dirty="0">
                <a:solidFill>
                  <a:srgbClr val="1B5FA7"/>
                </a:solidFill>
                <a:latin typeface="+mn-lt"/>
                <a:cs typeface="Calibri"/>
              </a:rPr>
              <a:t>servidor</a:t>
            </a:r>
            <a:endParaRPr lang="es-ES" sz="1600" dirty="0">
              <a:solidFill>
                <a:srgbClr val="1B5FA7"/>
              </a:solidFill>
              <a:latin typeface="+mn-lt"/>
              <a:cs typeface="Calibri"/>
            </a:endParaRPr>
          </a:p>
          <a:p>
            <a:pPr marL="56515" marR="5080" indent="-5080">
              <a:lnSpc>
                <a:spcPts val="1500"/>
              </a:lnSpc>
              <a:spcBef>
                <a:spcPts val="780"/>
              </a:spcBef>
            </a:pP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Se evidencia</a:t>
            </a:r>
            <a:r>
              <a:rPr lang="es-ES" sz="1600" spc="1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la</a:t>
            </a:r>
            <a:r>
              <a:rPr lang="es-ES" sz="1600" spc="10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solución</a:t>
            </a:r>
            <a:r>
              <a:rPr lang="es-ES" sz="1600" spc="1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que</a:t>
            </a:r>
            <a:r>
              <a:rPr lang="es-ES" sz="1600" spc="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conforma</a:t>
            </a:r>
            <a:r>
              <a:rPr lang="es-ES" sz="1600" spc="10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el</a:t>
            </a:r>
            <a:r>
              <a:rPr lang="es-ES" sz="1600" spc="10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sistema</a:t>
            </a:r>
            <a:r>
              <a:rPr lang="es-ES" sz="1600" spc="10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de</a:t>
            </a:r>
            <a:r>
              <a:rPr lang="es-ES" sz="1600" spc="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grabación</a:t>
            </a:r>
            <a:r>
              <a:rPr lang="es-ES" sz="1600" spc="2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de</a:t>
            </a:r>
            <a:r>
              <a:rPr lang="es-ES" sz="1600" spc="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contingencia</a:t>
            </a:r>
            <a:r>
              <a:rPr lang="es-ES" sz="1600" spc="10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MITEL</a:t>
            </a:r>
            <a:r>
              <a:rPr lang="es-ES" sz="1600" spc="10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y</a:t>
            </a:r>
            <a:r>
              <a:rPr lang="es-ES" sz="1600" spc="10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firewall</a:t>
            </a:r>
            <a:r>
              <a:rPr lang="es-ES" sz="1600" spc="20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 err="1">
                <a:solidFill>
                  <a:srgbClr val="7E7E7E"/>
                </a:solidFill>
                <a:latin typeface="+mn-lt"/>
                <a:cs typeface="Calibri"/>
              </a:rPr>
              <a:t>PFsense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,</a:t>
            </a:r>
            <a:r>
              <a:rPr lang="es-ES" sz="1600" spc="10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operando</a:t>
            </a:r>
            <a:r>
              <a:rPr lang="es-ES" sz="1600" spc="1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con</a:t>
            </a:r>
            <a:r>
              <a:rPr lang="es-ES" sz="1600" spc="10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normalidad,</a:t>
            </a:r>
            <a:r>
              <a:rPr lang="es-ES" sz="1600" spc="1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spc="-10" dirty="0">
                <a:solidFill>
                  <a:srgbClr val="7E7E7E"/>
                </a:solidFill>
                <a:latin typeface="+mn-lt"/>
                <a:cs typeface="Calibri"/>
              </a:rPr>
              <a:t>presentando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un</a:t>
            </a:r>
            <a:r>
              <a:rPr lang="es-ES" sz="1600" spc="-2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rendimiento optimo,</a:t>
            </a:r>
            <a:r>
              <a:rPr lang="es-ES" sz="1600" spc="-2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spc="-10" dirty="0">
                <a:solidFill>
                  <a:srgbClr val="7E7E7E"/>
                </a:solidFill>
                <a:latin typeface="+mn-lt"/>
                <a:cs typeface="Calibri"/>
              </a:rPr>
              <a:t>disponibilidad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en</a:t>
            </a:r>
            <a:r>
              <a:rPr lang="es-ES" sz="1600" spc="-20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los</a:t>
            </a:r>
            <a:r>
              <a:rPr lang="es-ES" sz="1600" spc="-20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servicios</a:t>
            </a:r>
            <a:r>
              <a:rPr lang="es-ES" sz="1600" spc="-40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críticos</a:t>
            </a:r>
            <a:r>
              <a:rPr lang="es-ES" sz="1600" spc="-2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y</a:t>
            </a:r>
            <a:r>
              <a:rPr lang="es-ES" sz="1600" spc="-2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spc="-10" dirty="0">
                <a:solidFill>
                  <a:srgbClr val="7E7E7E"/>
                </a:solidFill>
                <a:latin typeface="+mn-lt"/>
                <a:cs typeface="Calibri"/>
              </a:rPr>
              <a:t>garantizando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spc="-10" dirty="0">
                <a:solidFill>
                  <a:srgbClr val="7E7E7E"/>
                </a:solidFill>
                <a:latin typeface="+mn-lt"/>
                <a:cs typeface="Calibri"/>
              </a:rPr>
              <a:t>estabilidad</a:t>
            </a:r>
            <a:r>
              <a:rPr lang="es-ES" sz="1600" spc="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en</a:t>
            </a:r>
            <a:r>
              <a:rPr lang="es-ES" sz="1600" spc="-30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la</a:t>
            </a:r>
            <a:r>
              <a:rPr lang="es-ES" sz="1600" spc="-1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red,</a:t>
            </a:r>
            <a:r>
              <a:rPr lang="es-ES" sz="1600" spc="-3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sin</a:t>
            </a:r>
            <a:r>
              <a:rPr lang="es-ES" sz="1600" spc="-1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spc="-10" dirty="0">
                <a:solidFill>
                  <a:srgbClr val="7E7E7E"/>
                </a:solidFill>
                <a:latin typeface="+mn-lt"/>
                <a:cs typeface="Calibri"/>
              </a:rPr>
              <a:t>afectaciones.</a:t>
            </a:r>
            <a:endParaRPr lang="es-ES" sz="1800" dirty="0">
              <a:solidFill>
                <a:srgbClr val="7E7E7E"/>
              </a:solidFill>
              <a:latin typeface="+mn-lt"/>
              <a:cs typeface="Calibri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EE8E5DF-FBB0-4C2F-8BEA-3DECD28943C5}"/>
              </a:ext>
            </a:extLst>
          </p:cNvPr>
          <p:cNvSpPr/>
          <p:nvPr userDrawn="1"/>
        </p:nvSpPr>
        <p:spPr>
          <a:xfrm>
            <a:off x="8148638" y="6209878"/>
            <a:ext cx="32014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ES" sz="1600" dirty="0" err="1">
                <a:solidFill>
                  <a:srgbClr val="7E7E7E"/>
                </a:solidFill>
                <a:latin typeface="+mn-lt"/>
                <a:cs typeface="Calibri"/>
              </a:rPr>
              <a:t>vCenter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,</a:t>
            </a:r>
            <a:r>
              <a:rPr lang="es-ES" sz="1600" spc="-4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 err="1">
                <a:solidFill>
                  <a:srgbClr val="7E7E7E"/>
                </a:solidFill>
                <a:latin typeface="+mn-lt"/>
                <a:cs typeface="Calibri"/>
              </a:rPr>
              <a:t>Emonitor</a:t>
            </a:r>
            <a:r>
              <a:rPr lang="es-ES" sz="1600" spc="-3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y</a:t>
            </a:r>
            <a:r>
              <a:rPr lang="es-ES" sz="1600" spc="-10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spc="-10" dirty="0" err="1">
                <a:solidFill>
                  <a:srgbClr val="7E7E7E"/>
                </a:solidFill>
                <a:latin typeface="+mn-lt"/>
                <a:cs typeface="Calibri"/>
              </a:rPr>
              <a:t>PFsense</a:t>
            </a:r>
            <a:endParaRPr lang="es-ES" sz="1600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901436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  <p15:guide id="4" orient="horz" pos="754">
          <p15:clr>
            <a:srgbClr val="FBAE40"/>
          </p15:clr>
        </p15:guide>
        <p15:guide id="5" pos="5133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D-Lef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10" name="img-Marco-D21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1177619" y="1351029"/>
            <a:ext cx="9839144" cy="470106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SerasLoQueCreas">
            <a:extLst>
              <a:ext uri="{FF2B5EF4-FFF2-40B4-BE49-F238E27FC236}">
                <a16:creationId xmlns:a16="http://schemas.microsoft.com/office/drawing/2014/main" id="{88D0168D-F0EA-4AE0-9B30-D0F1DCD8CE32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9" name="10-VestaAnalytics">
            <a:extLst>
              <a:ext uri="{FF2B5EF4-FFF2-40B4-BE49-F238E27FC236}">
                <a16:creationId xmlns:a16="http://schemas.microsoft.com/office/drawing/2014/main" id="{9DAD8D5B-3F11-41C2-B169-2F569B07359E}"/>
              </a:ext>
            </a:extLst>
          </p:cNvPr>
          <p:cNvSpPr txBox="1">
            <a:spLocks noGrp="1"/>
          </p:cNvSpPr>
          <p:nvPr userDrawn="1"/>
        </p:nvSpPr>
        <p:spPr>
          <a:xfrm>
            <a:off x="1058068" y="391026"/>
            <a:ext cx="2784170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18844" algn="l"/>
              </a:tabLst>
            </a:pPr>
            <a:r>
              <a:rPr lang="es-MX" sz="2800" dirty="0"/>
              <a:t>10.</a:t>
            </a:r>
            <a:r>
              <a:rPr lang="es-MX" sz="2800" spc="-65" dirty="0"/>
              <a:t> </a:t>
            </a:r>
            <a:r>
              <a:rPr lang="es-MX" sz="2800" spc="-40" dirty="0"/>
              <a:t>Vesta</a:t>
            </a:r>
            <a:r>
              <a:rPr lang="es-MX" sz="2800" spc="-80" dirty="0"/>
              <a:t> </a:t>
            </a:r>
            <a:r>
              <a:rPr lang="es-MX" sz="2800" spc="-10" dirty="0" err="1"/>
              <a:t>Analytics</a:t>
            </a:r>
            <a:endParaRPr sz="2800" spc="-10" dirty="0">
              <a:solidFill>
                <a:srgbClr val="1B5FA7"/>
              </a:solidFill>
            </a:endParaRPr>
          </a:p>
        </p:txBody>
      </p:sp>
      <p:sp>
        <p:nvSpPr>
          <p:cNvPr id="2" name="CantLlamadas-txt">
            <a:extLst>
              <a:ext uri="{FF2B5EF4-FFF2-40B4-BE49-F238E27FC236}">
                <a16:creationId xmlns:a16="http://schemas.microsoft.com/office/drawing/2014/main" id="{B3D4D983-37D2-472E-8385-7CC0C0232864}"/>
              </a:ext>
            </a:extLst>
          </p:cNvPr>
          <p:cNvSpPr/>
          <p:nvPr userDrawn="1"/>
        </p:nvSpPr>
        <p:spPr>
          <a:xfrm>
            <a:off x="1055067" y="931955"/>
            <a:ext cx="34700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800" b="0" dirty="0">
                <a:solidFill>
                  <a:srgbClr val="1B5FA7"/>
                </a:solidFill>
                <a:latin typeface="+mn-lt"/>
                <a:cs typeface="Calibri"/>
              </a:rPr>
              <a:t>Cantidad</a:t>
            </a:r>
            <a:r>
              <a:rPr lang="es-ES" sz="1800" b="0" spc="-20" dirty="0">
                <a:solidFill>
                  <a:srgbClr val="1B5FA7"/>
                </a:solidFill>
                <a:latin typeface="+mn-lt"/>
                <a:cs typeface="Calibri"/>
              </a:rPr>
              <a:t> </a:t>
            </a:r>
            <a:r>
              <a:rPr lang="es-ES" sz="1800" b="0" dirty="0">
                <a:solidFill>
                  <a:srgbClr val="1B5FA7"/>
                </a:solidFill>
                <a:latin typeface="+mn-lt"/>
                <a:cs typeface="Calibri"/>
              </a:rPr>
              <a:t>de</a:t>
            </a:r>
            <a:r>
              <a:rPr lang="es-ES" sz="1800" b="0" spc="-35" dirty="0">
                <a:solidFill>
                  <a:srgbClr val="1B5FA7"/>
                </a:solidFill>
                <a:latin typeface="+mn-lt"/>
                <a:cs typeface="Calibri"/>
              </a:rPr>
              <a:t> </a:t>
            </a:r>
            <a:r>
              <a:rPr lang="es-ES" sz="1800" b="0" dirty="0">
                <a:solidFill>
                  <a:srgbClr val="1B5FA7"/>
                </a:solidFill>
                <a:latin typeface="+mn-lt"/>
                <a:cs typeface="Calibri"/>
              </a:rPr>
              <a:t>llamadas</a:t>
            </a:r>
            <a:r>
              <a:rPr lang="es-ES" sz="1800" b="0" spc="-30" dirty="0">
                <a:solidFill>
                  <a:srgbClr val="1B5FA7"/>
                </a:solidFill>
                <a:latin typeface="+mn-lt"/>
                <a:cs typeface="Calibri"/>
              </a:rPr>
              <a:t> </a:t>
            </a:r>
            <a:r>
              <a:rPr lang="es-ES" sz="1800" b="0" dirty="0">
                <a:solidFill>
                  <a:srgbClr val="1B5FA7"/>
                </a:solidFill>
                <a:latin typeface="+mn-lt"/>
                <a:cs typeface="Calibri"/>
              </a:rPr>
              <a:t>por</a:t>
            </a:r>
            <a:r>
              <a:rPr lang="es-ES" sz="1800" b="0" spc="-50" dirty="0">
                <a:solidFill>
                  <a:srgbClr val="1B5FA7"/>
                </a:solidFill>
                <a:latin typeface="+mn-lt"/>
                <a:cs typeface="Calibri"/>
              </a:rPr>
              <a:t> </a:t>
            </a:r>
            <a:r>
              <a:rPr lang="es-ES" sz="1800" b="0" spc="-10" dirty="0">
                <a:solidFill>
                  <a:srgbClr val="1B5FA7"/>
                </a:solidFill>
                <a:latin typeface="+mn-lt"/>
                <a:cs typeface="Calibri"/>
              </a:rPr>
              <a:t>operador</a:t>
            </a:r>
            <a:endParaRPr lang="es-ES" dirty="0">
              <a:solidFill>
                <a:srgbClr val="1B5FA7"/>
              </a:solidFill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DB0C0AC-B4A2-4BD2-B9DD-B80F09F370B5}"/>
              </a:ext>
            </a:extLst>
          </p:cNvPr>
          <p:cNvSpPr/>
          <p:nvPr userDrawn="1"/>
        </p:nvSpPr>
        <p:spPr>
          <a:xfrm>
            <a:off x="8148638" y="6209878"/>
            <a:ext cx="217011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Vesta</a:t>
            </a:r>
            <a:r>
              <a:rPr lang="es-ES" sz="1600" spc="-3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spc="-10" dirty="0" err="1">
                <a:solidFill>
                  <a:srgbClr val="7E7E7E"/>
                </a:solidFill>
                <a:latin typeface="+mn-lt"/>
                <a:cs typeface="Calibri"/>
              </a:rPr>
              <a:t>Analytics</a:t>
            </a:r>
            <a:endParaRPr lang="es-ES" sz="1600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50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  <p15:guide id="4" orient="horz" pos="754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D-Lef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10" name="img-Marco-D22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1177619" y="1351029"/>
            <a:ext cx="9839144" cy="470106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SerasLoQueCreas">
            <a:extLst>
              <a:ext uri="{FF2B5EF4-FFF2-40B4-BE49-F238E27FC236}">
                <a16:creationId xmlns:a16="http://schemas.microsoft.com/office/drawing/2014/main" id="{88D0168D-F0EA-4AE0-9B30-D0F1DCD8CE32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9" name="11-VestaAnalytics">
            <a:extLst>
              <a:ext uri="{FF2B5EF4-FFF2-40B4-BE49-F238E27FC236}">
                <a16:creationId xmlns:a16="http://schemas.microsoft.com/office/drawing/2014/main" id="{9DAD8D5B-3F11-41C2-B169-2F569B07359E}"/>
              </a:ext>
            </a:extLst>
          </p:cNvPr>
          <p:cNvSpPr txBox="1">
            <a:spLocks noGrp="1"/>
          </p:cNvSpPr>
          <p:nvPr userDrawn="1"/>
        </p:nvSpPr>
        <p:spPr>
          <a:xfrm>
            <a:off x="1058068" y="391026"/>
            <a:ext cx="2784170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18844" algn="l"/>
              </a:tabLst>
            </a:pPr>
            <a:r>
              <a:rPr lang="es-MX" sz="2800" dirty="0"/>
              <a:t>11.</a:t>
            </a:r>
            <a:r>
              <a:rPr lang="es-MX" sz="2800" spc="-65" dirty="0"/>
              <a:t> </a:t>
            </a:r>
            <a:r>
              <a:rPr lang="es-MX" sz="2800" spc="-40" dirty="0"/>
              <a:t>Vesta</a:t>
            </a:r>
            <a:r>
              <a:rPr lang="es-MX" sz="2800" spc="-80" dirty="0"/>
              <a:t> </a:t>
            </a:r>
            <a:r>
              <a:rPr lang="es-MX" sz="2800" spc="-10" dirty="0" err="1"/>
              <a:t>Analytics</a:t>
            </a:r>
            <a:endParaRPr sz="2800" spc="-10" dirty="0">
              <a:solidFill>
                <a:srgbClr val="1B5FA7"/>
              </a:solidFill>
            </a:endParaRPr>
          </a:p>
        </p:txBody>
      </p:sp>
      <p:sp>
        <p:nvSpPr>
          <p:cNvPr id="2" name="CantLlamadas-txt">
            <a:extLst>
              <a:ext uri="{FF2B5EF4-FFF2-40B4-BE49-F238E27FC236}">
                <a16:creationId xmlns:a16="http://schemas.microsoft.com/office/drawing/2014/main" id="{B3D4D983-37D2-472E-8385-7CC0C0232864}"/>
              </a:ext>
            </a:extLst>
          </p:cNvPr>
          <p:cNvSpPr/>
          <p:nvPr userDrawn="1"/>
        </p:nvSpPr>
        <p:spPr>
          <a:xfrm>
            <a:off x="1055067" y="931955"/>
            <a:ext cx="22638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800" b="0" dirty="0">
                <a:solidFill>
                  <a:srgbClr val="1B5FA7"/>
                </a:solidFill>
                <a:latin typeface="+mn-lt"/>
                <a:cs typeface="Calibri"/>
              </a:rPr>
              <a:t>Duración de llamadas.</a:t>
            </a:r>
            <a:endParaRPr lang="es-ES" dirty="0">
              <a:solidFill>
                <a:srgbClr val="1B5FA7"/>
              </a:solidFill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C55787D-7364-422F-BF75-D13364EA3AF0}"/>
              </a:ext>
            </a:extLst>
          </p:cNvPr>
          <p:cNvSpPr/>
          <p:nvPr userDrawn="1"/>
        </p:nvSpPr>
        <p:spPr>
          <a:xfrm>
            <a:off x="8148638" y="6209878"/>
            <a:ext cx="217011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Vesta</a:t>
            </a:r>
            <a:r>
              <a:rPr lang="es-ES" sz="1600" spc="-3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spc="-10" dirty="0" err="1">
                <a:solidFill>
                  <a:srgbClr val="7E7E7E"/>
                </a:solidFill>
                <a:latin typeface="+mn-lt"/>
                <a:cs typeface="Calibri"/>
              </a:rPr>
              <a:t>Analytics</a:t>
            </a:r>
            <a:endParaRPr lang="es-ES" sz="1600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8453066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  <p15:guide id="4" orient="horz" pos="754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D-Lef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10" name="img-Marco-D23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1177619" y="1351029"/>
            <a:ext cx="9839144" cy="470106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SerasLoQueCreas">
            <a:extLst>
              <a:ext uri="{FF2B5EF4-FFF2-40B4-BE49-F238E27FC236}">
                <a16:creationId xmlns:a16="http://schemas.microsoft.com/office/drawing/2014/main" id="{88D0168D-F0EA-4AE0-9B30-D0F1DCD8CE32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9" name="12-VestaAnalytics">
            <a:extLst>
              <a:ext uri="{FF2B5EF4-FFF2-40B4-BE49-F238E27FC236}">
                <a16:creationId xmlns:a16="http://schemas.microsoft.com/office/drawing/2014/main" id="{9DAD8D5B-3F11-41C2-B169-2F569B07359E}"/>
              </a:ext>
            </a:extLst>
          </p:cNvPr>
          <p:cNvSpPr txBox="1">
            <a:spLocks noGrp="1"/>
          </p:cNvSpPr>
          <p:nvPr userDrawn="1"/>
        </p:nvSpPr>
        <p:spPr>
          <a:xfrm>
            <a:off x="1058068" y="391026"/>
            <a:ext cx="2784170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18844" algn="l"/>
              </a:tabLst>
            </a:pPr>
            <a:r>
              <a:rPr lang="es-MX" sz="2800" dirty="0"/>
              <a:t>12.</a:t>
            </a:r>
            <a:r>
              <a:rPr lang="es-MX" sz="2800" spc="-65" dirty="0"/>
              <a:t> </a:t>
            </a:r>
            <a:r>
              <a:rPr lang="es-MX" sz="2800" spc="-40" dirty="0"/>
              <a:t>Vesta</a:t>
            </a:r>
            <a:r>
              <a:rPr lang="es-MX" sz="2800" spc="-80" dirty="0"/>
              <a:t> </a:t>
            </a:r>
            <a:r>
              <a:rPr lang="es-MX" sz="2800" spc="-10" dirty="0" err="1"/>
              <a:t>Analytics</a:t>
            </a:r>
            <a:endParaRPr sz="2800" spc="-10" dirty="0">
              <a:solidFill>
                <a:srgbClr val="1B5FA7"/>
              </a:solidFill>
            </a:endParaRPr>
          </a:p>
        </p:txBody>
      </p:sp>
      <p:sp>
        <p:nvSpPr>
          <p:cNvPr id="2" name="CantLlamadas-txt">
            <a:extLst>
              <a:ext uri="{FF2B5EF4-FFF2-40B4-BE49-F238E27FC236}">
                <a16:creationId xmlns:a16="http://schemas.microsoft.com/office/drawing/2014/main" id="{B3D4D983-37D2-472E-8385-7CC0C0232864}"/>
              </a:ext>
            </a:extLst>
          </p:cNvPr>
          <p:cNvSpPr/>
          <p:nvPr userDrawn="1"/>
        </p:nvSpPr>
        <p:spPr>
          <a:xfrm>
            <a:off x="1055067" y="931955"/>
            <a:ext cx="33398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800" b="0" dirty="0">
                <a:solidFill>
                  <a:srgbClr val="1B5FA7"/>
                </a:solidFill>
                <a:latin typeface="+mn-lt"/>
                <a:cs typeface="Calibri"/>
              </a:rPr>
              <a:t>Resumen de llamadas clasificadas</a:t>
            </a:r>
            <a:endParaRPr lang="es-ES" dirty="0">
              <a:solidFill>
                <a:srgbClr val="1B5FA7"/>
              </a:solidFill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EBBA9D3-3BDE-4639-A1AD-1D15BC956DFF}"/>
              </a:ext>
            </a:extLst>
          </p:cNvPr>
          <p:cNvSpPr/>
          <p:nvPr userDrawn="1"/>
        </p:nvSpPr>
        <p:spPr>
          <a:xfrm>
            <a:off x="8148638" y="6209878"/>
            <a:ext cx="217011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Vesta</a:t>
            </a:r>
            <a:r>
              <a:rPr lang="es-ES" sz="1600" spc="-35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spc="-10" dirty="0" err="1">
                <a:solidFill>
                  <a:srgbClr val="7E7E7E"/>
                </a:solidFill>
                <a:latin typeface="+mn-lt"/>
                <a:cs typeface="Calibri"/>
              </a:rPr>
              <a:t>Analytics</a:t>
            </a:r>
            <a:endParaRPr lang="es-ES" sz="1600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948991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  <p15:guide id="4" orient="horz" pos="754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D-Lef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10" name="img-Marco-D24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1177619" y="1351029"/>
            <a:ext cx="9839144" cy="470106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SerasLoQueCreas">
            <a:extLst>
              <a:ext uri="{FF2B5EF4-FFF2-40B4-BE49-F238E27FC236}">
                <a16:creationId xmlns:a16="http://schemas.microsoft.com/office/drawing/2014/main" id="{88D0168D-F0EA-4AE0-9B30-D0F1DCD8CE32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9" name="13-ConsumoInternetCanalPrincipal">
            <a:extLst>
              <a:ext uri="{FF2B5EF4-FFF2-40B4-BE49-F238E27FC236}">
                <a16:creationId xmlns:a16="http://schemas.microsoft.com/office/drawing/2014/main" id="{9DAD8D5B-3F11-41C2-B169-2F569B07359E}"/>
              </a:ext>
            </a:extLst>
          </p:cNvPr>
          <p:cNvSpPr txBox="1">
            <a:spLocks noGrp="1"/>
          </p:cNvSpPr>
          <p:nvPr userDrawn="1"/>
        </p:nvSpPr>
        <p:spPr>
          <a:xfrm>
            <a:off x="1058068" y="391026"/>
            <a:ext cx="8200232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18844" algn="l"/>
              </a:tabLst>
            </a:pPr>
            <a:r>
              <a:rPr lang="es-ES" sz="2800" dirty="0"/>
              <a:t>13.</a:t>
            </a:r>
            <a:r>
              <a:rPr lang="es-ES" sz="2800" spc="-95" dirty="0"/>
              <a:t> </a:t>
            </a:r>
            <a:r>
              <a:rPr lang="es-ES" sz="2800" dirty="0"/>
              <a:t>Consumo</a:t>
            </a:r>
            <a:r>
              <a:rPr lang="es-ES" sz="2800" spc="-95" dirty="0"/>
              <a:t> </a:t>
            </a:r>
            <a:r>
              <a:rPr lang="es-ES" sz="2800" dirty="0"/>
              <a:t>internet</a:t>
            </a:r>
            <a:r>
              <a:rPr lang="es-ES" sz="2800" spc="-75" dirty="0"/>
              <a:t> </a:t>
            </a:r>
            <a:r>
              <a:rPr lang="es-ES" sz="2800" dirty="0"/>
              <a:t>canal</a:t>
            </a:r>
            <a:r>
              <a:rPr lang="es-ES" sz="2800" spc="-80" dirty="0"/>
              <a:t> </a:t>
            </a:r>
            <a:r>
              <a:rPr lang="es-ES" sz="2800" dirty="0"/>
              <a:t>principal</a:t>
            </a:r>
            <a:r>
              <a:rPr lang="es-ES" sz="2800" spc="-75" dirty="0"/>
              <a:t> 1 GB </a:t>
            </a:r>
            <a:r>
              <a:rPr lang="es-ES" sz="2800" dirty="0"/>
              <a:t>y</a:t>
            </a:r>
            <a:r>
              <a:rPr lang="es-ES" sz="2800" spc="-80" dirty="0"/>
              <a:t> </a:t>
            </a:r>
            <a:r>
              <a:rPr lang="es-ES" sz="2800" dirty="0" err="1"/>
              <a:t>backup</a:t>
            </a:r>
            <a:r>
              <a:rPr lang="es-ES" sz="2800" spc="-105" dirty="0"/>
              <a:t> 1 GB</a:t>
            </a:r>
            <a:endParaRPr sz="2800" spc="-10" dirty="0">
              <a:solidFill>
                <a:srgbClr val="1B5FA7"/>
              </a:solidFill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98BB1B3-0E63-47BF-8A6E-FAB6BBF4921F}"/>
              </a:ext>
            </a:extLst>
          </p:cNvPr>
          <p:cNvSpPr/>
          <p:nvPr userDrawn="1"/>
        </p:nvSpPr>
        <p:spPr>
          <a:xfrm>
            <a:off x="8148638" y="6209878"/>
            <a:ext cx="150812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MX" sz="1600" spc="-10" dirty="0" err="1">
                <a:solidFill>
                  <a:srgbClr val="7E7E7E"/>
                </a:solidFill>
                <a:latin typeface="+mn-lt"/>
                <a:cs typeface="Calibri"/>
              </a:rPr>
              <a:t>Zabbix</a:t>
            </a:r>
            <a:endParaRPr lang="es-ES" sz="1600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7332130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  <p15:guide id="4" orient="horz" pos="754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D-Lef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10" name="img-Marco-D25">
            <a:extLst>
              <a:ext uri="{FF2B5EF4-FFF2-40B4-BE49-F238E27FC236}">
                <a16:creationId xmlns:a16="http://schemas.microsoft.com/office/drawing/2014/main" id="{C13427B4-A0AF-48F9-9BD8-B9DFE2F16E68}"/>
              </a:ext>
            </a:extLst>
          </p:cNvPr>
          <p:cNvSpPr/>
          <p:nvPr userDrawn="1"/>
        </p:nvSpPr>
        <p:spPr>
          <a:xfrm>
            <a:off x="1177619" y="2595764"/>
            <a:ext cx="9839144" cy="166647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SerasLoQueCreas">
            <a:extLst>
              <a:ext uri="{FF2B5EF4-FFF2-40B4-BE49-F238E27FC236}">
                <a16:creationId xmlns:a16="http://schemas.microsoft.com/office/drawing/2014/main" id="{88D0168D-F0EA-4AE0-9B30-D0F1DCD8CE32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9" name="14-DisponibilidadVPNVESTA">
            <a:extLst>
              <a:ext uri="{FF2B5EF4-FFF2-40B4-BE49-F238E27FC236}">
                <a16:creationId xmlns:a16="http://schemas.microsoft.com/office/drawing/2014/main" id="{9DAD8D5B-3F11-41C2-B169-2F569B07359E}"/>
              </a:ext>
            </a:extLst>
          </p:cNvPr>
          <p:cNvSpPr txBox="1">
            <a:spLocks noGrp="1"/>
          </p:cNvSpPr>
          <p:nvPr userDrawn="1"/>
        </p:nvSpPr>
        <p:spPr>
          <a:xfrm>
            <a:off x="1058068" y="391026"/>
            <a:ext cx="5896647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18844" algn="l"/>
              </a:tabLst>
            </a:pPr>
            <a:r>
              <a:rPr lang="es-ES" sz="2800" dirty="0">
                <a:solidFill>
                  <a:srgbClr val="1B5FA7"/>
                </a:solidFill>
              </a:rPr>
              <a:t>14.</a:t>
            </a:r>
            <a:r>
              <a:rPr lang="es-ES" sz="2800" spc="-80" dirty="0">
                <a:solidFill>
                  <a:srgbClr val="1B5FA7"/>
                </a:solidFill>
              </a:rPr>
              <a:t> </a:t>
            </a:r>
            <a:r>
              <a:rPr lang="es-ES" sz="2800" spc="-10" dirty="0">
                <a:solidFill>
                  <a:srgbClr val="1B5FA7"/>
                </a:solidFill>
              </a:rPr>
              <a:t>Disponibilidad</a:t>
            </a:r>
            <a:r>
              <a:rPr lang="es-ES" sz="2800" spc="-60" dirty="0">
                <a:solidFill>
                  <a:srgbClr val="1B5FA7"/>
                </a:solidFill>
              </a:rPr>
              <a:t> </a:t>
            </a:r>
            <a:r>
              <a:rPr lang="es-ES" sz="2800" dirty="0">
                <a:solidFill>
                  <a:srgbClr val="1B5FA7"/>
                </a:solidFill>
              </a:rPr>
              <a:t>VPN</a:t>
            </a:r>
            <a:r>
              <a:rPr lang="es-ES" sz="2800" spc="-65" dirty="0">
                <a:solidFill>
                  <a:srgbClr val="1B5FA7"/>
                </a:solidFill>
              </a:rPr>
              <a:t> </a:t>
            </a:r>
            <a:r>
              <a:rPr lang="es-ES" sz="2800" dirty="0">
                <a:solidFill>
                  <a:srgbClr val="1B5FA7"/>
                </a:solidFill>
              </a:rPr>
              <a:t>VESTA</a:t>
            </a:r>
            <a:r>
              <a:rPr lang="es-ES" sz="2800" spc="-80" dirty="0">
                <a:solidFill>
                  <a:srgbClr val="1B5FA7"/>
                </a:solidFill>
              </a:rPr>
              <a:t> </a:t>
            </a:r>
            <a:r>
              <a:rPr lang="es-ES" sz="2800" spc="-10" dirty="0">
                <a:solidFill>
                  <a:srgbClr val="1B5FA7"/>
                </a:solidFill>
              </a:rPr>
              <a:t>FW_CUNI</a:t>
            </a:r>
            <a:endParaRPr sz="2800" spc="-10" dirty="0">
              <a:solidFill>
                <a:srgbClr val="1B5FA7"/>
              </a:solidFill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80C8212-F4F5-496C-BE63-51AD508D875B}"/>
              </a:ext>
            </a:extLst>
          </p:cNvPr>
          <p:cNvSpPr/>
          <p:nvPr userDrawn="1"/>
        </p:nvSpPr>
        <p:spPr>
          <a:xfrm>
            <a:off x="8148638" y="6209878"/>
            <a:ext cx="27033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600" dirty="0">
                <a:solidFill>
                  <a:srgbClr val="7E7E7E"/>
                </a:solidFill>
              </a:rPr>
              <a:t>Fuente: </a:t>
            </a:r>
            <a:r>
              <a:rPr lang="es-ES" sz="1600" dirty="0">
                <a:solidFill>
                  <a:srgbClr val="7E7E7E"/>
                </a:solidFill>
                <a:latin typeface="+mn-lt"/>
                <a:cs typeface="Calibri"/>
              </a:rPr>
              <a:t>FW_CUNI</a:t>
            </a:r>
            <a:r>
              <a:rPr lang="es-ES" sz="1600" spc="-40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spc="-10" dirty="0">
                <a:solidFill>
                  <a:srgbClr val="7E7E7E"/>
                </a:solidFill>
                <a:latin typeface="+mn-lt"/>
                <a:cs typeface="Calibri"/>
              </a:rPr>
              <a:t>SONICWALL</a:t>
            </a:r>
            <a:endParaRPr lang="es-ES" sz="1600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634981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  <p15:guide id="4" orient="horz" pos="754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D-Lef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g-LogoETB-A">
            <a:extLst>
              <a:ext uri="{FF2B5EF4-FFF2-40B4-BE49-F238E27FC236}">
                <a16:creationId xmlns:a16="http://schemas.microsoft.com/office/drawing/2014/main" id="{65A9FA4C-E58E-4195-80B8-E385923E27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665" y="301839"/>
            <a:ext cx="615749" cy="463336"/>
          </a:xfrm>
          <a:prstGeom prst="rect">
            <a:avLst/>
          </a:prstGeom>
        </p:spPr>
      </p:pic>
      <p:sp>
        <p:nvSpPr>
          <p:cNvPr id="7" name="SerasLoQueCreas">
            <a:extLst>
              <a:ext uri="{FF2B5EF4-FFF2-40B4-BE49-F238E27FC236}">
                <a16:creationId xmlns:a16="http://schemas.microsoft.com/office/drawing/2014/main" id="{88D0168D-F0EA-4AE0-9B30-D0F1DCD8CE32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rgbClr val="1B5FA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B5FA7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rgbClr val="1B5FA7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rgbClr val="1B5FA7"/>
              </a:solidFill>
              <a:latin typeface="Calibri"/>
              <a:cs typeface="Calibri"/>
            </a:endParaRPr>
          </a:p>
        </p:txBody>
      </p:sp>
      <p:sp>
        <p:nvSpPr>
          <p:cNvPr id="9" name="15-Novedades">
            <a:extLst>
              <a:ext uri="{FF2B5EF4-FFF2-40B4-BE49-F238E27FC236}">
                <a16:creationId xmlns:a16="http://schemas.microsoft.com/office/drawing/2014/main" id="{9DAD8D5B-3F11-41C2-B169-2F569B07359E}"/>
              </a:ext>
            </a:extLst>
          </p:cNvPr>
          <p:cNvSpPr txBox="1">
            <a:spLocks noGrp="1"/>
          </p:cNvSpPr>
          <p:nvPr userDrawn="1"/>
        </p:nvSpPr>
        <p:spPr>
          <a:xfrm>
            <a:off x="1058068" y="391026"/>
            <a:ext cx="2221463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1" i="0">
                <a:solidFill>
                  <a:srgbClr val="1B5FA7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18844" algn="l"/>
              </a:tabLst>
            </a:pPr>
            <a:r>
              <a:rPr lang="es-ES" sz="2800" dirty="0"/>
              <a:t>15.</a:t>
            </a:r>
            <a:r>
              <a:rPr lang="es-ES" sz="2800" spc="-65" dirty="0"/>
              <a:t> </a:t>
            </a:r>
            <a:r>
              <a:rPr lang="es-ES" sz="2800" spc="-10" dirty="0"/>
              <a:t>Novedades</a:t>
            </a:r>
            <a:endParaRPr sz="2800" spc="-10" dirty="0">
              <a:solidFill>
                <a:srgbClr val="1B5FA7"/>
              </a:solidFill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6156628-7A36-4F57-936A-BE480BA19288}"/>
              </a:ext>
            </a:extLst>
          </p:cNvPr>
          <p:cNvSpPr/>
          <p:nvPr userDrawn="1"/>
        </p:nvSpPr>
        <p:spPr>
          <a:xfrm>
            <a:off x="8148638" y="6209878"/>
            <a:ext cx="27033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600" u="none" dirty="0">
                <a:solidFill>
                  <a:srgbClr val="7E7E7E"/>
                </a:solidFill>
              </a:rPr>
              <a:t>Fuente: </a:t>
            </a:r>
            <a:r>
              <a:rPr lang="es-ES" sz="1600" u="none" dirty="0">
                <a:solidFill>
                  <a:srgbClr val="7E7E7E"/>
                </a:solidFill>
                <a:latin typeface="+mn-lt"/>
                <a:cs typeface="Calibri"/>
              </a:rPr>
              <a:t>FW_CUNI</a:t>
            </a:r>
            <a:r>
              <a:rPr lang="es-ES" sz="1600" u="none" spc="-40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r>
              <a:rPr lang="es-ES" sz="1600" u="none" spc="-10" dirty="0">
                <a:solidFill>
                  <a:srgbClr val="7E7E7E"/>
                </a:solidFill>
                <a:latin typeface="+mn-lt"/>
                <a:cs typeface="Calibri"/>
              </a:rPr>
              <a:t>SONICWALL</a:t>
            </a:r>
            <a:endParaRPr lang="es-ES" sz="1600" u="none" dirty="0">
              <a:solidFill>
                <a:srgbClr val="7E7E7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403023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65">
          <p15:clr>
            <a:srgbClr val="FBAE40"/>
          </p15:clr>
        </p15:guide>
        <p15:guide id="3" pos="7015">
          <p15:clr>
            <a:srgbClr val="FBAE40"/>
          </p15:clr>
        </p15:guide>
        <p15:guide id="4" orient="horz" pos="754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eño personaliza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2722594-9B08-4F0A-8F62-720E6A6FB9F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883" y="301839"/>
            <a:ext cx="615749" cy="463336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FBF1F434-470B-4A0B-9519-26A6AC1E4031}"/>
              </a:ext>
            </a:extLst>
          </p:cNvPr>
          <p:cNvSpPr/>
          <p:nvPr userDrawn="1"/>
        </p:nvSpPr>
        <p:spPr>
          <a:xfrm>
            <a:off x="839788" y="2105561"/>
            <a:ext cx="3214791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8000" spc="-10" dirty="0">
                <a:solidFill>
                  <a:srgbClr val="FFFFFF"/>
                </a:solidFill>
              </a:rPr>
              <a:t>Gracias</a:t>
            </a:r>
            <a:endParaRPr lang="es-ES" sz="8000" dirty="0"/>
          </a:p>
        </p:txBody>
      </p:sp>
    </p:spTree>
    <p:extLst>
      <p:ext uri="{BB962C8B-B14F-4D97-AF65-F5344CB8AC3E}">
        <p14:creationId xmlns:p14="http://schemas.microsoft.com/office/powerpoint/2010/main" val="191139552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seño personaliza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5231991-B6F9-4E33-B9CF-916AD08916B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883" y="301839"/>
            <a:ext cx="615749" cy="463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403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rasLoQueCreas">
            <a:extLst>
              <a:ext uri="{FF2B5EF4-FFF2-40B4-BE49-F238E27FC236}">
                <a16:creationId xmlns:a16="http://schemas.microsoft.com/office/drawing/2014/main" id="{F3E134CC-26D6-4C2A-A912-C5C8C980558A}"/>
              </a:ext>
            </a:extLst>
          </p:cNvPr>
          <p:cNvSpPr txBox="1"/>
          <p:nvPr userDrawn="1"/>
        </p:nvSpPr>
        <p:spPr>
          <a:xfrm>
            <a:off x="841922" y="6265342"/>
            <a:ext cx="150812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chemeClr val="bg1"/>
                </a:solidFill>
                <a:latin typeface="Calibri"/>
                <a:cs typeface="Calibri"/>
              </a:rPr>
              <a:t>Serás</a:t>
            </a:r>
            <a:r>
              <a:rPr sz="1600" spc="-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chemeClr val="bg1"/>
                </a:solidFill>
                <a:latin typeface="Calibri"/>
                <a:cs typeface="Calibri"/>
              </a:rPr>
              <a:t>lo</a:t>
            </a:r>
            <a:r>
              <a:rPr sz="1600" spc="-2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chemeClr val="bg1"/>
                </a:solidFill>
                <a:latin typeface="Calibri"/>
                <a:cs typeface="Calibri"/>
              </a:rPr>
              <a:t>que</a:t>
            </a:r>
            <a:r>
              <a:rPr sz="1600" spc="-20" dirty="0">
                <a:solidFill>
                  <a:schemeClr val="bg1"/>
                </a:solidFill>
                <a:latin typeface="Calibri"/>
                <a:cs typeface="Calibri"/>
              </a:rPr>
              <a:t> creas</a:t>
            </a:r>
            <a:endParaRPr sz="1600" dirty="0">
              <a:solidFill>
                <a:schemeClr val="bg1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46090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5" r:id="rId3"/>
    <p:sldLayoutId id="2147483651" r:id="rId4"/>
    <p:sldLayoutId id="2147483657" r:id="rId5"/>
    <p:sldLayoutId id="2147483658" r:id="rId6"/>
    <p:sldLayoutId id="2147483656" r:id="rId7"/>
    <p:sldLayoutId id="2147483660" r:id="rId8"/>
    <p:sldLayoutId id="2147483663" r:id="rId9"/>
    <p:sldLayoutId id="2147483664" r:id="rId10"/>
    <p:sldLayoutId id="2147483665" r:id="rId11"/>
    <p:sldLayoutId id="2147483666" r:id="rId12"/>
    <p:sldLayoutId id="2147483667" r:id="rId13"/>
    <p:sldLayoutId id="2147483668" r:id="rId14"/>
    <p:sldLayoutId id="2147483669" r:id="rId15"/>
    <p:sldLayoutId id="2147483670" r:id="rId16"/>
    <p:sldLayoutId id="2147483671" r:id="rId17"/>
    <p:sldLayoutId id="2147483672" r:id="rId18"/>
    <p:sldLayoutId id="2147483673" r:id="rId19"/>
    <p:sldLayoutId id="2147483674" r:id="rId20"/>
    <p:sldLayoutId id="2147483675" r:id="rId21"/>
    <p:sldLayoutId id="2147483676" r:id="rId22"/>
    <p:sldLayoutId id="2147483677" r:id="rId23"/>
    <p:sldLayoutId id="2147483678" r:id="rId24"/>
    <p:sldLayoutId id="2147483679" r:id="rId25"/>
    <p:sldLayoutId id="2147483680" r:id="rId26"/>
    <p:sldLayoutId id="2147483652" r:id="rId27"/>
    <p:sldLayoutId id="2147483653" r:id="rId2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800" b="1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7083" userDrawn="1">
          <p15:clr>
            <a:srgbClr val="F26B43"/>
          </p15:clr>
        </p15:guide>
        <p15:guide id="4" orient="horz" pos="482" userDrawn="1">
          <p15:clr>
            <a:srgbClr val="F26B43"/>
          </p15:clr>
        </p15:guide>
        <p15:guide id="5" orient="horz" pos="4110" userDrawn="1">
          <p15:clr>
            <a:srgbClr val="F26B43"/>
          </p15:clr>
        </p15:guide>
        <p15:guide id="6" pos="52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xtFecha">
            <a:extLst>
              <a:ext uri="{FF2B5EF4-FFF2-40B4-BE49-F238E27FC236}">
                <a16:creationId xmlns:a16="http://schemas.microsoft.com/office/drawing/2014/main" id="{726ECCF2-3197-4EDD-A226-4ABFCB14EFA7}"/>
              </a:ext>
            </a:extLst>
          </p:cNvPr>
          <p:cNvSpPr txBox="1"/>
          <p:nvPr/>
        </p:nvSpPr>
        <p:spPr>
          <a:xfrm>
            <a:off x="3584983" y="4085150"/>
            <a:ext cx="5022034" cy="37042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vert="horz" wrap="square" lIns="0" tIns="10160" rIns="0" bIns="0" rtlCol="0">
            <a:spAutoFit/>
          </a:bodyPr>
          <a:lstStyle/>
          <a:p>
            <a:pPr marL="476884" marR="239395" indent="-228600" algn="ctr">
              <a:lnSpc>
                <a:spcPts val="2880"/>
              </a:lnSpc>
              <a:spcBef>
                <a:spcPts val="80"/>
              </a:spcBef>
            </a:pPr>
            <a:endParaRPr lang="es-ES" sz="2400" u="sng" dirty="0">
              <a:solidFill>
                <a:srgbClr val="FFFFFF"/>
              </a:solidFill>
              <a:latin typeface="Calibri" panose="020F0502020204030204" pitchFamily="34" charset="0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88764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6676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BOG">
            <a:extLst>
              <a:ext uri="{FF2B5EF4-FFF2-40B4-BE49-F238E27FC236}">
                <a16:creationId xmlns:a16="http://schemas.microsoft.com/office/drawing/2014/main" id="{EF925DFB-D9BC-4A45-9998-863DB9F48D59}"/>
              </a:ext>
            </a:extLst>
          </p:cNvPr>
          <p:cNvSpPr/>
          <p:nvPr/>
        </p:nvSpPr>
        <p:spPr>
          <a:xfrm>
            <a:off x="1330324" y="5689090"/>
            <a:ext cx="1243797" cy="430887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marL="22860" marR="5080">
              <a:lnSpc>
                <a:spcPct val="154100"/>
              </a:lnSpc>
              <a:spcBef>
                <a:spcPts val="950"/>
              </a:spcBef>
            </a:pPr>
            <a:r>
              <a:rPr lang="es-MX" sz="1600" dirty="0">
                <a:solidFill>
                  <a:srgbClr val="7E7E7E"/>
                </a:solidFill>
                <a:latin typeface="Calibri" panose="020F0502020204030204" pitchFamily="34" charset="0"/>
                <a:cs typeface="Calibri"/>
              </a:rPr>
              <a:t>MEBOG: </a:t>
            </a:r>
          </a:p>
        </p:txBody>
      </p:sp>
      <p:sp>
        <p:nvSpPr>
          <p:cNvPr id="4" name="BOMBEROS">
            <a:extLst>
              <a:ext uri="{FF2B5EF4-FFF2-40B4-BE49-F238E27FC236}">
                <a16:creationId xmlns:a16="http://schemas.microsoft.com/office/drawing/2014/main" id="{03C69280-59CA-4CE6-A8C8-68176FBFA0B9}"/>
              </a:ext>
            </a:extLst>
          </p:cNvPr>
          <p:cNvSpPr/>
          <p:nvPr/>
        </p:nvSpPr>
        <p:spPr>
          <a:xfrm>
            <a:off x="1330324" y="5258203"/>
            <a:ext cx="1243797" cy="430887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marL="22860" marR="5080">
              <a:lnSpc>
                <a:spcPct val="154100"/>
              </a:lnSpc>
              <a:spcBef>
                <a:spcPts val="950"/>
              </a:spcBef>
            </a:pPr>
            <a:r>
              <a:rPr lang="es-MX" sz="1600" dirty="0">
                <a:solidFill>
                  <a:srgbClr val="7E7E7E"/>
                </a:solidFill>
                <a:latin typeface="Calibri" panose="020F0502020204030204" pitchFamily="34" charset="0"/>
                <a:cs typeface="Calibri"/>
              </a:rPr>
              <a:t>BOMBEROS: </a:t>
            </a:r>
          </a:p>
        </p:txBody>
      </p:sp>
      <p:sp>
        <p:nvSpPr>
          <p:cNvPr id="5" name="IDIGER">
            <a:extLst>
              <a:ext uri="{FF2B5EF4-FFF2-40B4-BE49-F238E27FC236}">
                <a16:creationId xmlns:a16="http://schemas.microsoft.com/office/drawing/2014/main" id="{A4C2FB40-27A7-40CD-B6B6-4742DB30E3C7}"/>
              </a:ext>
            </a:extLst>
          </p:cNvPr>
          <p:cNvSpPr/>
          <p:nvPr/>
        </p:nvSpPr>
        <p:spPr>
          <a:xfrm>
            <a:off x="1330324" y="4801958"/>
            <a:ext cx="1249914" cy="430887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marL="22860" marR="5080">
              <a:lnSpc>
                <a:spcPct val="154100"/>
              </a:lnSpc>
              <a:spcBef>
                <a:spcPts val="950"/>
              </a:spcBef>
            </a:pPr>
            <a:r>
              <a:rPr lang="es-MX" sz="1600" dirty="0">
                <a:solidFill>
                  <a:srgbClr val="7E7E7E"/>
                </a:solidFill>
                <a:latin typeface="Calibri" panose="020F0502020204030204" pitchFamily="34" charset="0"/>
                <a:cs typeface="Calibri"/>
              </a:rPr>
              <a:t>IDIGER: </a:t>
            </a:r>
          </a:p>
        </p:txBody>
      </p:sp>
      <p:sp>
        <p:nvSpPr>
          <p:cNvPr id="6" name="MOVILIDAD">
            <a:extLst>
              <a:ext uri="{FF2B5EF4-FFF2-40B4-BE49-F238E27FC236}">
                <a16:creationId xmlns:a16="http://schemas.microsoft.com/office/drawing/2014/main" id="{8B8758AD-F221-4312-B2E5-DFB915E46BAD}"/>
              </a:ext>
            </a:extLst>
          </p:cNvPr>
          <p:cNvSpPr/>
          <p:nvPr/>
        </p:nvSpPr>
        <p:spPr>
          <a:xfrm>
            <a:off x="1330325" y="4366914"/>
            <a:ext cx="124991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" marR="5080">
              <a:lnSpc>
                <a:spcPct val="154100"/>
              </a:lnSpc>
              <a:spcBef>
                <a:spcPts val="950"/>
              </a:spcBef>
            </a:pPr>
            <a:r>
              <a:rPr lang="es-MX" sz="1600" dirty="0">
                <a:solidFill>
                  <a:srgbClr val="7E7E7E"/>
                </a:solidFill>
                <a:latin typeface="Calibri" panose="020F0502020204030204" pitchFamily="34" charset="0"/>
                <a:cs typeface="Calibri"/>
              </a:rPr>
              <a:t>MOVILIDAD: </a:t>
            </a:r>
          </a:p>
        </p:txBody>
      </p:sp>
      <p:sp>
        <p:nvSpPr>
          <p:cNvPr id="7" name="CRUE">
            <a:extLst>
              <a:ext uri="{FF2B5EF4-FFF2-40B4-BE49-F238E27FC236}">
                <a16:creationId xmlns:a16="http://schemas.microsoft.com/office/drawing/2014/main" id="{B2F3C607-625F-49A9-973A-CFD262618D3E}"/>
              </a:ext>
            </a:extLst>
          </p:cNvPr>
          <p:cNvSpPr/>
          <p:nvPr/>
        </p:nvSpPr>
        <p:spPr>
          <a:xfrm>
            <a:off x="1330325" y="3936027"/>
            <a:ext cx="124991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" marR="5080">
              <a:lnSpc>
                <a:spcPct val="154100"/>
              </a:lnSpc>
              <a:spcBef>
                <a:spcPts val="950"/>
              </a:spcBef>
            </a:pPr>
            <a:r>
              <a:rPr lang="es-MX" sz="1600" dirty="0">
                <a:solidFill>
                  <a:srgbClr val="7E7E7E"/>
                </a:solidFill>
                <a:latin typeface="Calibri" panose="020F0502020204030204" pitchFamily="34" charset="0"/>
                <a:cs typeface="Calibri"/>
              </a:rPr>
              <a:t>CRUE: </a:t>
            </a:r>
          </a:p>
        </p:txBody>
      </p:sp>
      <p:sp>
        <p:nvSpPr>
          <p:cNvPr id="8" name="SUR">
            <a:extLst>
              <a:ext uri="{FF2B5EF4-FFF2-40B4-BE49-F238E27FC236}">
                <a16:creationId xmlns:a16="http://schemas.microsoft.com/office/drawing/2014/main" id="{250C0775-7307-46F5-A472-CEEC9D727EA1}"/>
              </a:ext>
            </a:extLst>
          </p:cNvPr>
          <p:cNvSpPr/>
          <p:nvPr/>
        </p:nvSpPr>
        <p:spPr>
          <a:xfrm>
            <a:off x="1330324" y="3513932"/>
            <a:ext cx="1239881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" marR="5080">
              <a:lnSpc>
                <a:spcPct val="154100"/>
              </a:lnSpc>
              <a:spcBef>
                <a:spcPts val="950"/>
              </a:spcBef>
            </a:pPr>
            <a:r>
              <a:rPr lang="es-ES" altLang="zh-TW" sz="1600" dirty="0">
                <a:solidFill>
                  <a:srgbClr val="7E7E7E"/>
                </a:solidFill>
                <a:latin typeface="Calibri" panose="020F0502020204030204" pitchFamily="34" charset="0"/>
                <a:cs typeface="Calibri"/>
              </a:rPr>
              <a:t>SUR:</a:t>
            </a:r>
            <a:endParaRPr lang="es-MX" sz="1600" dirty="0">
              <a:solidFill>
                <a:srgbClr val="7E7E7E"/>
              </a:solidFill>
              <a:latin typeface="Calibri" panose="020F0502020204030204" pitchFamily="34" charset="0"/>
              <a:cs typeface="Calibri"/>
            </a:endParaRPr>
          </a:p>
        </p:txBody>
      </p:sp>
      <p:sp>
        <p:nvSpPr>
          <p:cNvPr id="9" name="imgMarco-D3">
            <a:extLst>
              <a:ext uri="{FF2B5EF4-FFF2-40B4-BE49-F238E27FC236}">
                <a16:creationId xmlns:a16="http://schemas.microsoft.com/office/drawing/2014/main" id="{AB2D75AC-B7C6-4207-AA7C-121D5341E167}"/>
              </a:ext>
            </a:extLst>
          </p:cNvPr>
          <p:cNvSpPr/>
          <p:nvPr/>
        </p:nvSpPr>
        <p:spPr>
          <a:xfrm>
            <a:off x="6104635" y="1865494"/>
            <a:ext cx="5031678" cy="292101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u="sng" dirty="0"/>
          </a:p>
        </p:txBody>
      </p:sp>
    </p:spTree>
    <p:extLst>
      <p:ext uri="{BB962C8B-B14F-4D97-AF65-F5344CB8AC3E}">
        <p14:creationId xmlns:p14="http://schemas.microsoft.com/office/powerpoint/2010/main" val="39989513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mgMarco-D4">
            <a:extLst>
              <a:ext uri="{FF2B5EF4-FFF2-40B4-BE49-F238E27FC236}">
                <a16:creationId xmlns:a16="http://schemas.microsoft.com/office/drawing/2014/main" id="{23D293B4-424A-432C-8E0D-710A7C04596C}"/>
              </a:ext>
            </a:extLst>
          </p:cNvPr>
          <p:cNvSpPr/>
          <p:nvPr/>
        </p:nvSpPr>
        <p:spPr>
          <a:xfrm>
            <a:off x="1312302" y="1807067"/>
            <a:ext cx="9567393" cy="37517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449551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mgMarco-D5">
            <a:extLst>
              <a:ext uri="{FF2B5EF4-FFF2-40B4-BE49-F238E27FC236}">
                <a16:creationId xmlns:a16="http://schemas.microsoft.com/office/drawing/2014/main" id="{88291FB5-3B4D-4AEA-8337-F75C945EE880}"/>
              </a:ext>
            </a:extLst>
          </p:cNvPr>
          <p:cNvSpPr/>
          <p:nvPr/>
        </p:nvSpPr>
        <p:spPr>
          <a:xfrm>
            <a:off x="1261586" y="1870990"/>
            <a:ext cx="9668828" cy="366846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11399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mgMarco-D6">
            <a:extLst>
              <a:ext uri="{FF2B5EF4-FFF2-40B4-BE49-F238E27FC236}">
                <a16:creationId xmlns:a16="http://schemas.microsoft.com/office/drawing/2014/main" id="{61B6A31B-F3A6-4452-8DCD-F073D085E075}"/>
              </a:ext>
            </a:extLst>
          </p:cNvPr>
          <p:cNvSpPr/>
          <p:nvPr/>
        </p:nvSpPr>
        <p:spPr>
          <a:xfrm>
            <a:off x="1261586" y="1866454"/>
            <a:ext cx="9668828" cy="36775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u="sng" dirty="0"/>
          </a:p>
        </p:txBody>
      </p:sp>
    </p:spTree>
    <p:extLst>
      <p:ext uri="{BB962C8B-B14F-4D97-AF65-F5344CB8AC3E}">
        <p14:creationId xmlns:p14="http://schemas.microsoft.com/office/powerpoint/2010/main" val="27199100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gMarco-D7">
            <a:extLst>
              <a:ext uri="{FF2B5EF4-FFF2-40B4-BE49-F238E27FC236}">
                <a16:creationId xmlns:a16="http://schemas.microsoft.com/office/drawing/2014/main" id="{F1AD05EE-A676-405E-A49C-14298F128DEB}"/>
              </a:ext>
            </a:extLst>
          </p:cNvPr>
          <p:cNvSpPr/>
          <p:nvPr/>
        </p:nvSpPr>
        <p:spPr>
          <a:xfrm>
            <a:off x="774528" y="1766148"/>
            <a:ext cx="5934090" cy="332570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" name="txt-D7">
            <a:extLst>
              <a:ext uri="{FF2B5EF4-FFF2-40B4-BE49-F238E27FC236}">
                <a16:creationId xmlns:a16="http://schemas.microsoft.com/office/drawing/2014/main" id="{9A329666-0C27-4EC9-87AE-C1EDC63A5DA1}"/>
              </a:ext>
            </a:extLst>
          </p:cNvPr>
          <p:cNvSpPr txBox="1"/>
          <p:nvPr/>
        </p:nvSpPr>
        <p:spPr>
          <a:xfrm>
            <a:off x="6708618" y="1015998"/>
            <a:ext cx="44276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MX" sz="1600" dirty="0">
              <a:solidFill>
                <a:srgbClr val="7E7E7E"/>
              </a:solidFill>
              <a:latin typeface="+mn-lt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493564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gMarco-D8">
            <a:extLst>
              <a:ext uri="{FF2B5EF4-FFF2-40B4-BE49-F238E27FC236}">
                <a16:creationId xmlns:a16="http://schemas.microsoft.com/office/drawing/2014/main" id="{AF5A3BC3-9EAA-4D4E-BE8F-C51F01F4E75F}"/>
              </a:ext>
            </a:extLst>
          </p:cNvPr>
          <p:cNvSpPr/>
          <p:nvPr/>
        </p:nvSpPr>
        <p:spPr>
          <a:xfrm>
            <a:off x="1261586" y="2573265"/>
            <a:ext cx="9668828" cy="171147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568808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gMarco-D9-1">
            <a:extLst>
              <a:ext uri="{FF2B5EF4-FFF2-40B4-BE49-F238E27FC236}">
                <a16:creationId xmlns:a16="http://schemas.microsoft.com/office/drawing/2014/main" id="{52B9B867-C0DD-4CBA-833D-49366F4F101C}"/>
              </a:ext>
            </a:extLst>
          </p:cNvPr>
          <p:cNvSpPr/>
          <p:nvPr/>
        </p:nvSpPr>
        <p:spPr>
          <a:xfrm>
            <a:off x="1198685" y="1436460"/>
            <a:ext cx="4834414" cy="398508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imgMarco-D9-2">
            <a:extLst>
              <a:ext uri="{FF2B5EF4-FFF2-40B4-BE49-F238E27FC236}">
                <a16:creationId xmlns:a16="http://schemas.microsoft.com/office/drawing/2014/main" id="{A30CB4A7-BC2B-452D-B328-8A015A6A0063}"/>
              </a:ext>
            </a:extLst>
          </p:cNvPr>
          <p:cNvSpPr/>
          <p:nvPr/>
        </p:nvSpPr>
        <p:spPr>
          <a:xfrm>
            <a:off x="6158902" y="1436460"/>
            <a:ext cx="4834414" cy="3985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261566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gMarco-D10">
            <a:extLst>
              <a:ext uri="{FF2B5EF4-FFF2-40B4-BE49-F238E27FC236}">
                <a16:creationId xmlns:a16="http://schemas.microsoft.com/office/drawing/2014/main" id="{CE4D0938-3431-4F27-AB07-EBB8D677B3C7}"/>
              </a:ext>
            </a:extLst>
          </p:cNvPr>
          <p:cNvSpPr/>
          <p:nvPr/>
        </p:nvSpPr>
        <p:spPr>
          <a:xfrm>
            <a:off x="1261586" y="2473697"/>
            <a:ext cx="9668828" cy="191060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152913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gMarco-D11">
            <a:extLst>
              <a:ext uri="{FF2B5EF4-FFF2-40B4-BE49-F238E27FC236}">
                <a16:creationId xmlns:a16="http://schemas.microsoft.com/office/drawing/2014/main" id="{093BCA50-F644-4070-92A0-0D772D1E8537}"/>
              </a:ext>
            </a:extLst>
          </p:cNvPr>
          <p:cNvSpPr/>
          <p:nvPr/>
        </p:nvSpPr>
        <p:spPr>
          <a:xfrm>
            <a:off x="1261586" y="2258801"/>
            <a:ext cx="9668828" cy="23403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753965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gMarco-D12">
            <a:extLst>
              <a:ext uri="{FF2B5EF4-FFF2-40B4-BE49-F238E27FC236}">
                <a16:creationId xmlns:a16="http://schemas.microsoft.com/office/drawing/2014/main" id="{3EB5E084-1B66-4114-9750-705CF1100785}"/>
              </a:ext>
            </a:extLst>
          </p:cNvPr>
          <p:cNvSpPr/>
          <p:nvPr/>
        </p:nvSpPr>
        <p:spPr>
          <a:xfrm>
            <a:off x="1261586" y="1463256"/>
            <a:ext cx="9668828" cy="393148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797150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gMarco-D13">
            <a:extLst>
              <a:ext uri="{FF2B5EF4-FFF2-40B4-BE49-F238E27FC236}">
                <a16:creationId xmlns:a16="http://schemas.microsoft.com/office/drawing/2014/main" id="{79AF06DD-7EA2-45D4-B6C7-992A386843E2}"/>
              </a:ext>
            </a:extLst>
          </p:cNvPr>
          <p:cNvSpPr/>
          <p:nvPr/>
        </p:nvSpPr>
        <p:spPr>
          <a:xfrm>
            <a:off x="1261586" y="1427105"/>
            <a:ext cx="9668828" cy="400379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038877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gMarco-D14">
            <a:extLst>
              <a:ext uri="{FF2B5EF4-FFF2-40B4-BE49-F238E27FC236}">
                <a16:creationId xmlns:a16="http://schemas.microsoft.com/office/drawing/2014/main" id="{516F70A3-CB8D-400A-9F61-718D5782A396}"/>
              </a:ext>
            </a:extLst>
          </p:cNvPr>
          <p:cNvSpPr/>
          <p:nvPr/>
        </p:nvSpPr>
        <p:spPr>
          <a:xfrm>
            <a:off x="1261586" y="2258801"/>
            <a:ext cx="9668828" cy="23403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429129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gMarco-D15">
            <a:extLst>
              <a:ext uri="{FF2B5EF4-FFF2-40B4-BE49-F238E27FC236}">
                <a16:creationId xmlns:a16="http://schemas.microsoft.com/office/drawing/2014/main" id="{39F77204-AA6E-4556-925E-7441B1AE593B}"/>
              </a:ext>
            </a:extLst>
          </p:cNvPr>
          <p:cNvSpPr/>
          <p:nvPr/>
        </p:nvSpPr>
        <p:spPr>
          <a:xfrm>
            <a:off x="1261586" y="1420932"/>
            <a:ext cx="9668828" cy="401613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876512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mgMarco-D16-2">
            <a:extLst>
              <a:ext uri="{FF2B5EF4-FFF2-40B4-BE49-F238E27FC236}">
                <a16:creationId xmlns:a16="http://schemas.microsoft.com/office/drawing/2014/main" id="{85768EDA-AE20-4E8A-82E6-828FB2F6C879}"/>
              </a:ext>
            </a:extLst>
          </p:cNvPr>
          <p:cNvSpPr/>
          <p:nvPr/>
        </p:nvSpPr>
        <p:spPr>
          <a:xfrm>
            <a:off x="4403726" y="3747458"/>
            <a:ext cx="3384550" cy="225097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" name="imgMarco-D16-1">
            <a:extLst>
              <a:ext uri="{FF2B5EF4-FFF2-40B4-BE49-F238E27FC236}">
                <a16:creationId xmlns:a16="http://schemas.microsoft.com/office/drawing/2014/main" id="{E2D7B462-F04D-4470-9E1A-A3BE9015B30C}"/>
              </a:ext>
            </a:extLst>
          </p:cNvPr>
          <p:cNvSpPr/>
          <p:nvPr/>
        </p:nvSpPr>
        <p:spPr>
          <a:xfrm>
            <a:off x="1186991" y="1334820"/>
            <a:ext cx="9818019" cy="200976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txt-D16-2">
            <a:extLst>
              <a:ext uri="{FF2B5EF4-FFF2-40B4-BE49-F238E27FC236}">
                <a16:creationId xmlns:a16="http://schemas.microsoft.com/office/drawing/2014/main" id="{B28A389D-3866-4CAC-872A-27F2E83BE0AE}"/>
              </a:ext>
            </a:extLst>
          </p:cNvPr>
          <p:cNvSpPr/>
          <p:nvPr/>
        </p:nvSpPr>
        <p:spPr>
          <a:xfrm>
            <a:off x="1524000" y="5983467"/>
            <a:ext cx="9144001" cy="338554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marL="370205" algn="ctr">
              <a:lnSpc>
                <a:spcPct val="100000"/>
              </a:lnSpc>
              <a:spcBef>
                <a:spcPts val="80"/>
              </a:spcBef>
            </a:pPr>
            <a:r>
              <a:rPr lang="es-ES" sz="1600" spc="-10" dirty="0">
                <a:solidFill>
                  <a:srgbClr val="7E7E7E"/>
                </a:solidFill>
                <a:latin typeface="+mn-lt"/>
                <a:cs typeface="Calibri"/>
              </a:rPr>
              <a:t> </a:t>
            </a:r>
            <a:endParaRPr lang="es-ES" sz="1600" dirty="0">
              <a:latin typeface="+mn-lt"/>
              <a:cs typeface="Calibri"/>
            </a:endParaRPr>
          </a:p>
        </p:txBody>
      </p:sp>
      <p:sp>
        <p:nvSpPr>
          <p:cNvPr id="3" name="txt-D16-1">
            <a:extLst>
              <a:ext uri="{FF2B5EF4-FFF2-40B4-BE49-F238E27FC236}">
                <a16:creationId xmlns:a16="http://schemas.microsoft.com/office/drawing/2014/main" id="{647A1F2E-F376-4631-B2BD-9904D82017F9}"/>
              </a:ext>
            </a:extLst>
          </p:cNvPr>
          <p:cNvSpPr txBox="1"/>
          <p:nvPr/>
        </p:nvSpPr>
        <p:spPr>
          <a:xfrm>
            <a:off x="2033955" y="3435477"/>
            <a:ext cx="8124091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ES" sz="1600" spc="-10" dirty="0">
                <a:solidFill>
                  <a:srgbClr val="7D7D7D"/>
                </a:solidFill>
                <a:latin typeface="Calibri"/>
                <a:cs typeface="Calibri"/>
              </a:rPr>
              <a:t> </a:t>
            </a:r>
            <a:endParaRPr lang="es-ES" sz="16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37000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gMarco-D17-1">
            <a:extLst>
              <a:ext uri="{FF2B5EF4-FFF2-40B4-BE49-F238E27FC236}">
                <a16:creationId xmlns:a16="http://schemas.microsoft.com/office/drawing/2014/main" id="{8EC805C3-5D12-43CF-8E7A-5D648D49F5D1}"/>
              </a:ext>
            </a:extLst>
          </p:cNvPr>
          <p:cNvSpPr/>
          <p:nvPr/>
        </p:nvSpPr>
        <p:spPr>
          <a:xfrm>
            <a:off x="1071085" y="1464419"/>
            <a:ext cx="7129951" cy="196458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imgMarco-D17-2">
            <a:extLst>
              <a:ext uri="{FF2B5EF4-FFF2-40B4-BE49-F238E27FC236}">
                <a16:creationId xmlns:a16="http://schemas.microsoft.com/office/drawing/2014/main" id="{A89FDCBE-733A-4644-BA19-A2FF75744E3E}"/>
              </a:ext>
            </a:extLst>
          </p:cNvPr>
          <p:cNvSpPr/>
          <p:nvPr/>
        </p:nvSpPr>
        <p:spPr>
          <a:xfrm>
            <a:off x="1055689" y="4084384"/>
            <a:ext cx="7129950" cy="203180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4981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gMarco-D18">
            <a:extLst>
              <a:ext uri="{FF2B5EF4-FFF2-40B4-BE49-F238E27FC236}">
                <a16:creationId xmlns:a16="http://schemas.microsoft.com/office/drawing/2014/main" id="{2D7BF805-91B2-4A18-BB24-818E99720D78}"/>
              </a:ext>
            </a:extLst>
          </p:cNvPr>
          <p:cNvSpPr/>
          <p:nvPr/>
        </p:nvSpPr>
        <p:spPr>
          <a:xfrm>
            <a:off x="3886199" y="1779715"/>
            <a:ext cx="4419602" cy="318185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953207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gMarco-D19">
            <a:extLst>
              <a:ext uri="{FF2B5EF4-FFF2-40B4-BE49-F238E27FC236}">
                <a16:creationId xmlns:a16="http://schemas.microsoft.com/office/drawing/2014/main" id="{62DE7E35-3055-4FA9-9CF6-174D80BC17BB}"/>
              </a:ext>
            </a:extLst>
          </p:cNvPr>
          <p:cNvSpPr/>
          <p:nvPr/>
        </p:nvSpPr>
        <p:spPr>
          <a:xfrm>
            <a:off x="1177619" y="1351029"/>
            <a:ext cx="9839144" cy="470106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887141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gMarco-D20">
            <a:extLst>
              <a:ext uri="{FF2B5EF4-FFF2-40B4-BE49-F238E27FC236}">
                <a16:creationId xmlns:a16="http://schemas.microsoft.com/office/drawing/2014/main" id="{BA91898A-ACB3-4402-80B4-244DB6F377AB}"/>
              </a:ext>
            </a:extLst>
          </p:cNvPr>
          <p:cNvSpPr/>
          <p:nvPr/>
        </p:nvSpPr>
        <p:spPr>
          <a:xfrm>
            <a:off x="4182701" y="2181885"/>
            <a:ext cx="3766242" cy="264361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987490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gMarco-D21">
            <a:extLst>
              <a:ext uri="{FF2B5EF4-FFF2-40B4-BE49-F238E27FC236}">
                <a16:creationId xmlns:a16="http://schemas.microsoft.com/office/drawing/2014/main" id="{987F2003-8B12-44E6-97A6-03550B99F618}"/>
              </a:ext>
            </a:extLst>
          </p:cNvPr>
          <p:cNvSpPr/>
          <p:nvPr/>
        </p:nvSpPr>
        <p:spPr>
          <a:xfrm>
            <a:off x="1177619" y="1351029"/>
            <a:ext cx="9839144" cy="470106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737288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gMarco-D22">
            <a:extLst>
              <a:ext uri="{FF2B5EF4-FFF2-40B4-BE49-F238E27FC236}">
                <a16:creationId xmlns:a16="http://schemas.microsoft.com/office/drawing/2014/main" id="{019BFCBB-67F8-40FD-AE2C-32487C45C327}"/>
              </a:ext>
            </a:extLst>
          </p:cNvPr>
          <p:cNvSpPr/>
          <p:nvPr/>
        </p:nvSpPr>
        <p:spPr>
          <a:xfrm>
            <a:off x="1177619" y="1831019"/>
            <a:ext cx="9839144" cy="319596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349469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gMarco-D23">
            <a:extLst>
              <a:ext uri="{FF2B5EF4-FFF2-40B4-BE49-F238E27FC236}">
                <a16:creationId xmlns:a16="http://schemas.microsoft.com/office/drawing/2014/main" id="{BE5FFB58-03B9-4FB5-ACCA-88D01988001A}"/>
              </a:ext>
            </a:extLst>
          </p:cNvPr>
          <p:cNvSpPr/>
          <p:nvPr/>
        </p:nvSpPr>
        <p:spPr>
          <a:xfrm>
            <a:off x="1177619" y="1475760"/>
            <a:ext cx="9839144" cy="437725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664252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gMarco-D24">
            <a:extLst>
              <a:ext uri="{FF2B5EF4-FFF2-40B4-BE49-F238E27FC236}">
                <a16:creationId xmlns:a16="http://schemas.microsoft.com/office/drawing/2014/main" id="{4FE51E9E-FCF4-467C-9F8D-B57B6C72C924}"/>
              </a:ext>
            </a:extLst>
          </p:cNvPr>
          <p:cNvSpPr/>
          <p:nvPr/>
        </p:nvSpPr>
        <p:spPr>
          <a:xfrm>
            <a:off x="1177619" y="1279852"/>
            <a:ext cx="9839144" cy="429829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762678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gMarco-D25">
            <a:extLst>
              <a:ext uri="{FF2B5EF4-FFF2-40B4-BE49-F238E27FC236}">
                <a16:creationId xmlns:a16="http://schemas.microsoft.com/office/drawing/2014/main" id="{9D814499-71AD-445E-BE2E-5EBC699D3C4A}"/>
              </a:ext>
            </a:extLst>
          </p:cNvPr>
          <p:cNvSpPr/>
          <p:nvPr/>
        </p:nvSpPr>
        <p:spPr>
          <a:xfrm>
            <a:off x="1199728" y="2595764"/>
            <a:ext cx="9792544" cy="166647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921540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53660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98179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6477914"/>
      </p:ext>
    </p:extLst>
  </p:cSld>
  <p:clrMapOvr>
    <a:masterClrMapping/>
  </p:clrMapOvr>
</p:sld>
</file>

<file path=ppt/theme/theme1.xml><?xml version="1.0" encoding="utf-8"?>
<a:theme xmlns:a="http://schemas.openxmlformats.org/drawingml/2006/main" name="Portada (Fondo A)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1180</TotalTime>
  <Words>14</Words>
  <Application>Microsoft Office PowerPoint</Application>
  <PresentationFormat>Panorámica</PresentationFormat>
  <Paragraphs>8</Paragraphs>
  <Slides>28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28</vt:i4>
      </vt:variant>
    </vt:vector>
  </HeadingPairs>
  <TitlesOfParts>
    <vt:vector size="32" baseType="lpstr">
      <vt:lpstr>新細明體</vt:lpstr>
      <vt:lpstr>Arial</vt:lpstr>
      <vt:lpstr>Calibri</vt:lpstr>
      <vt:lpstr>Portada (Fondo A)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Luis Alvaro Rojas Rincon</dc:creator>
  <cp:lastModifiedBy>Luis Alvaro Rojas Rincon</cp:lastModifiedBy>
  <cp:revision>279</cp:revision>
  <dcterms:created xsi:type="dcterms:W3CDTF">2026-02-18T16:16:02Z</dcterms:created>
  <dcterms:modified xsi:type="dcterms:W3CDTF">2026-03-09T01:02:51Z</dcterms:modified>
</cp:coreProperties>
</file>